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82" r:id="rId5"/>
    <p:sldId id="283" r:id="rId6"/>
    <p:sldId id="273" r:id="rId7"/>
    <p:sldId id="275" r:id="rId8"/>
    <p:sldId id="276" r:id="rId9"/>
    <p:sldId id="284" r:id="rId10"/>
    <p:sldId id="277" r:id="rId11"/>
    <p:sldId id="278" r:id="rId12"/>
    <p:sldId id="279" r:id="rId13"/>
    <p:sldId id="285" r:id="rId14"/>
    <p:sldId id="286" r:id="rId15"/>
    <p:sldId id="287" r:id="rId16"/>
    <p:sldId id="288" r:id="rId17"/>
    <p:sldId id="281" r:id="rId18"/>
    <p:sldId id="289" r:id="rId19"/>
    <p:sldId id="261" r:id="rId20"/>
    <p:sldId id="290" r:id="rId21"/>
    <p:sldId id="291" r:id="rId22"/>
    <p:sldId id="292" r:id="rId23"/>
    <p:sldId id="293" r:id="rId24"/>
    <p:sldId id="294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EE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2377D73-3791-4876-BED6-DB8F37A8A921}" v="3127" dt="2026-09-14T21:44:51.6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9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ack Taebel" userId="2dd1254fd5968e35" providerId="LiveId" clId="{A9EC152B-E660-4FE4-B34F-64378E9BBD0A}"/>
    <pc:docChg chg="undo redo custSel addSld delSld modSld sldOrd">
      <pc:chgData name="Zack Taebel" userId="2dd1254fd5968e35" providerId="LiveId" clId="{A9EC152B-E660-4FE4-B34F-64378E9BBD0A}" dt="2026-09-14T21:44:51.640" v="18383" actId="403"/>
      <pc:docMkLst>
        <pc:docMk/>
      </pc:docMkLst>
      <pc:sldChg chg="addSp delSp modSp mod setBg">
        <pc:chgData name="Zack Taebel" userId="2dd1254fd5968e35" providerId="LiveId" clId="{A9EC152B-E660-4FE4-B34F-64378E9BBD0A}" dt="2026-09-14T21:13:58.458" v="18320" actId="20577"/>
        <pc:sldMkLst>
          <pc:docMk/>
          <pc:sldMk cId="1369881005" sldId="256"/>
        </pc:sldMkLst>
        <pc:spChg chg="mod">
          <ac:chgData name="Zack Taebel" userId="2dd1254fd5968e35" providerId="LiveId" clId="{A9EC152B-E660-4FE4-B34F-64378E9BBD0A}" dt="2026-09-14T21:13:41.004" v="18300" actId="1076"/>
          <ac:spMkLst>
            <pc:docMk/>
            <pc:sldMk cId="1369881005" sldId="256"/>
            <ac:spMk id="2" creationId="{CA35D6DD-A1B3-9ADC-63EC-90A9A2B39F64}"/>
          </ac:spMkLst>
        </pc:spChg>
        <pc:spChg chg="mod">
          <ac:chgData name="Zack Taebel" userId="2dd1254fd5968e35" providerId="LiveId" clId="{A9EC152B-E660-4FE4-B34F-64378E9BBD0A}" dt="2026-09-14T21:13:58.458" v="18320" actId="20577"/>
          <ac:spMkLst>
            <pc:docMk/>
            <pc:sldMk cId="1369881005" sldId="256"/>
            <ac:spMk id="3" creationId="{B9CA7575-6F60-8064-E9E6-6277A06F3FA6}"/>
          </ac:spMkLst>
        </pc:spChg>
        <pc:spChg chg="add del">
          <ac:chgData name="Zack Taebel" userId="2dd1254fd5968e35" providerId="LiveId" clId="{A9EC152B-E660-4FE4-B34F-64378E9BBD0A}" dt="2026-09-14T21:13:36.795" v="18299" actId="26606"/>
          <ac:spMkLst>
            <pc:docMk/>
            <pc:sldMk cId="1369881005" sldId="256"/>
            <ac:spMk id="8" creationId="{3677BAFB-3BD3-41BB-9107-FAE224AE21C4}"/>
          </ac:spMkLst>
        </pc:spChg>
        <pc:spChg chg="add del">
          <ac:chgData name="Zack Taebel" userId="2dd1254fd5968e35" providerId="LiveId" clId="{A9EC152B-E660-4FE4-B34F-64378E9BBD0A}" dt="2026-09-14T21:13:36.795" v="18299" actId="26606"/>
          <ac:spMkLst>
            <pc:docMk/>
            <pc:sldMk cId="1369881005" sldId="256"/>
            <ac:spMk id="10" creationId="{E6823A9B-C188-42D4-847C-3AD928DB145C}"/>
          </ac:spMkLst>
        </pc:spChg>
        <pc:spChg chg="add del">
          <ac:chgData name="Zack Taebel" userId="2dd1254fd5968e35" providerId="LiveId" clId="{A9EC152B-E660-4FE4-B34F-64378E9BBD0A}" dt="2026-09-14T21:13:36.795" v="18299" actId="26606"/>
          <ac:spMkLst>
            <pc:docMk/>
            <pc:sldMk cId="1369881005" sldId="256"/>
            <ac:spMk id="12" creationId="{34B557F3-1A0C-4749-A6DB-EAC082DF390B}"/>
          </ac:spMkLst>
        </pc:spChg>
        <pc:spChg chg="add del">
          <ac:chgData name="Zack Taebel" userId="2dd1254fd5968e35" providerId="LiveId" clId="{A9EC152B-E660-4FE4-B34F-64378E9BBD0A}" dt="2026-09-14T21:13:36.795" v="18299" actId="26606"/>
          <ac:spMkLst>
            <pc:docMk/>
            <pc:sldMk cId="1369881005" sldId="256"/>
            <ac:spMk id="14" creationId="{55D55AA6-3751-494F-868A-DCEDC5CE82BF}"/>
          </ac:spMkLst>
        </pc:spChg>
        <pc:spChg chg="add del">
          <ac:chgData name="Zack Taebel" userId="2dd1254fd5968e35" providerId="LiveId" clId="{A9EC152B-E660-4FE4-B34F-64378E9BBD0A}" dt="2026-09-14T21:13:36.795" v="18299" actId="26606"/>
          <ac:spMkLst>
            <pc:docMk/>
            <pc:sldMk cId="1369881005" sldId="256"/>
            <ac:spMk id="16" creationId="{4D4C00DC-4DC6-4CD2-9E31-F17E6CEBC5A6}"/>
          </ac:spMkLst>
        </pc:spChg>
        <pc:spChg chg="add del">
          <ac:chgData name="Zack Taebel" userId="2dd1254fd5968e35" providerId="LiveId" clId="{A9EC152B-E660-4FE4-B34F-64378E9BBD0A}" dt="2026-09-14T21:13:36.795" v="18299" actId="26606"/>
          <ac:spMkLst>
            <pc:docMk/>
            <pc:sldMk cId="1369881005" sldId="256"/>
            <ac:spMk id="18" creationId="{D82AB1B2-7970-42CF-8BF5-567C69E9FFFB}"/>
          </ac:spMkLst>
        </pc:spChg>
        <pc:spChg chg="add del">
          <ac:chgData name="Zack Taebel" userId="2dd1254fd5968e35" providerId="LiveId" clId="{A9EC152B-E660-4FE4-B34F-64378E9BBD0A}" dt="2026-09-14T21:13:36.795" v="18299" actId="26606"/>
          <ac:spMkLst>
            <pc:docMk/>
            <pc:sldMk cId="1369881005" sldId="256"/>
            <ac:spMk id="24" creationId="{C10FB9CA-E7FA-462C-B537-F1224ED1ACF4}"/>
          </ac:spMkLst>
        </pc:spChg>
        <pc:spChg chg="add del">
          <ac:chgData name="Zack Taebel" userId="2dd1254fd5968e35" providerId="LiveId" clId="{A9EC152B-E660-4FE4-B34F-64378E9BBD0A}" dt="2026-09-14T21:13:36.795" v="18299" actId="26606"/>
          <ac:spMkLst>
            <pc:docMk/>
            <pc:sldMk cId="1369881005" sldId="256"/>
            <ac:spMk id="26" creationId="{D8469AE7-A75B-4F37-850B-EF5974ABED2C}"/>
          </ac:spMkLst>
        </pc:spChg>
      </pc:sldChg>
      <pc:sldChg chg="modSp mod">
        <pc:chgData name="Zack Taebel" userId="2dd1254fd5968e35" providerId="LiveId" clId="{A9EC152B-E660-4FE4-B34F-64378E9BBD0A}" dt="2026-09-14T20:41:15.328" v="15676" actId="20577"/>
        <pc:sldMkLst>
          <pc:docMk/>
          <pc:sldMk cId="2773264535" sldId="257"/>
        </pc:sldMkLst>
        <pc:spChg chg="mod">
          <ac:chgData name="Zack Taebel" userId="2dd1254fd5968e35" providerId="LiveId" clId="{A9EC152B-E660-4FE4-B34F-64378E9BBD0A}" dt="2026-09-14T18:17:39.023" v="10242" actId="1582"/>
          <ac:spMkLst>
            <pc:docMk/>
            <pc:sldMk cId="2773264535" sldId="257"/>
            <ac:spMk id="2" creationId="{C5803547-3085-6815-3ACE-80243D3FDEDD}"/>
          </ac:spMkLst>
        </pc:spChg>
        <pc:spChg chg="mod">
          <ac:chgData name="Zack Taebel" userId="2dd1254fd5968e35" providerId="LiveId" clId="{A9EC152B-E660-4FE4-B34F-64378E9BBD0A}" dt="2026-09-14T20:41:15.328" v="15676" actId="20577"/>
          <ac:spMkLst>
            <pc:docMk/>
            <pc:sldMk cId="2773264535" sldId="257"/>
            <ac:spMk id="3" creationId="{0A3A5715-2CD3-B3A5-2502-EC04916DCA54}"/>
          </ac:spMkLst>
        </pc:spChg>
      </pc:sldChg>
      <pc:sldChg chg="addSp delSp modSp mod">
        <pc:chgData name="Zack Taebel" userId="2dd1254fd5968e35" providerId="LiveId" clId="{A9EC152B-E660-4FE4-B34F-64378E9BBD0A}" dt="2026-09-14T19:24:46.195" v="11586" actId="20577"/>
        <pc:sldMkLst>
          <pc:docMk/>
          <pc:sldMk cId="1871250850" sldId="258"/>
        </pc:sldMkLst>
        <pc:spChg chg="del">
          <ac:chgData name="Zack Taebel" userId="2dd1254fd5968e35" providerId="LiveId" clId="{A9EC152B-E660-4FE4-B34F-64378E9BBD0A}" dt="2026-09-14T18:18:45.377" v="10283" actId="478"/>
          <ac:spMkLst>
            <pc:docMk/>
            <pc:sldMk cId="1871250850" sldId="258"/>
            <ac:spMk id="2" creationId="{665E7E50-6E64-9B94-59BC-92110E00F6D4}"/>
          </ac:spMkLst>
        </pc:spChg>
        <pc:spChg chg="mod">
          <ac:chgData name="Zack Taebel" userId="2dd1254fd5968e35" providerId="LiveId" clId="{A9EC152B-E660-4FE4-B34F-64378E9BBD0A}" dt="2026-09-14T19:24:46.195" v="11586" actId="20577"/>
          <ac:spMkLst>
            <pc:docMk/>
            <pc:sldMk cId="1871250850" sldId="258"/>
            <ac:spMk id="3" creationId="{F3118D39-9459-8511-CB34-A096ECE1F8F4}"/>
          </ac:spMkLst>
        </pc:spChg>
        <pc:spChg chg="add del mod">
          <ac:chgData name="Zack Taebel" userId="2dd1254fd5968e35" providerId="LiveId" clId="{A9EC152B-E660-4FE4-B34F-64378E9BBD0A}" dt="2026-09-14T18:18:49.294" v="10284" actId="478"/>
          <ac:spMkLst>
            <pc:docMk/>
            <pc:sldMk cId="1871250850" sldId="258"/>
            <ac:spMk id="5" creationId="{BA375EB6-7224-E863-2C81-D3CDF7D16565}"/>
          </ac:spMkLst>
        </pc:spChg>
        <pc:spChg chg="add mod">
          <ac:chgData name="Zack Taebel" userId="2dd1254fd5968e35" providerId="LiveId" clId="{A9EC152B-E660-4FE4-B34F-64378E9BBD0A}" dt="2026-09-14T18:19:11.089" v="10328" actId="20577"/>
          <ac:spMkLst>
            <pc:docMk/>
            <pc:sldMk cId="1871250850" sldId="258"/>
            <ac:spMk id="6" creationId="{FDEF0B4F-5B4C-497E-D9A3-8835B4F2BA09}"/>
          </ac:spMkLst>
        </pc:spChg>
      </pc:sldChg>
      <pc:sldChg chg="modSp del mod ord">
        <pc:chgData name="Zack Taebel" userId="2dd1254fd5968e35" providerId="LiveId" clId="{A9EC152B-E660-4FE4-B34F-64378E9BBD0A}" dt="2026-09-14T19:41:51.667" v="12156" actId="47"/>
        <pc:sldMkLst>
          <pc:docMk/>
          <pc:sldMk cId="3919123972" sldId="259"/>
        </pc:sldMkLst>
      </pc:sldChg>
      <pc:sldChg chg="addSp delSp modSp del mod ord">
        <pc:chgData name="Zack Taebel" userId="2dd1254fd5968e35" providerId="LiveId" clId="{A9EC152B-E660-4FE4-B34F-64378E9BBD0A}" dt="2026-09-14T21:12:39.406" v="18290" actId="47"/>
        <pc:sldMkLst>
          <pc:docMk/>
          <pc:sldMk cId="860432239" sldId="260"/>
        </pc:sldMkLst>
      </pc:sldChg>
      <pc:sldChg chg="addSp delSp modSp add mod ord">
        <pc:chgData name="Zack Taebel" userId="2dd1254fd5968e35" providerId="LiveId" clId="{A9EC152B-E660-4FE4-B34F-64378E9BBD0A}" dt="2026-09-14T20:24:38.078" v="14383" actId="20577"/>
        <pc:sldMkLst>
          <pc:docMk/>
          <pc:sldMk cId="2736736737" sldId="261"/>
        </pc:sldMkLst>
        <pc:spChg chg="del mod">
          <ac:chgData name="Zack Taebel" userId="2dd1254fd5968e35" providerId="LiveId" clId="{A9EC152B-E660-4FE4-B34F-64378E9BBD0A}" dt="2026-09-14T20:16:21.562" v="14239" actId="478"/>
          <ac:spMkLst>
            <pc:docMk/>
            <pc:sldMk cId="2736736737" sldId="261"/>
            <ac:spMk id="2" creationId="{F2C683C0-D37C-90FB-3C66-7BD5CF211A77}"/>
          </ac:spMkLst>
        </pc:spChg>
        <pc:spChg chg="mod">
          <ac:chgData name="Zack Taebel" userId="2dd1254fd5968e35" providerId="LiveId" clId="{A9EC152B-E660-4FE4-B34F-64378E9BBD0A}" dt="2026-09-14T20:24:24.572" v="14374" actId="20577"/>
          <ac:spMkLst>
            <pc:docMk/>
            <pc:sldMk cId="2736736737" sldId="261"/>
            <ac:spMk id="3" creationId="{64642065-D8CF-422C-8650-70DC860FAB0B}"/>
          </ac:spMkLst>
        </pc:spChg>
        <pc:spChg chg="add mod">
          <ac:chgData name="Zack Taebel" userId="2dd1254fd5968e35" providerId="LiveId" clId="{A9EC152B-E660-4FE4-B34F-64378E9BBD0A}" dt="2026-09-14T20:24:38.078" v="14383" actId="20577"/>
          <ac:spMkLst>
            <pc:docMk/>
            <pc:sldMk cId="2736736737" sldId="261"/>
            <ac:spMk id="4" creationId="{810BF9D2-6B8D-AC3B-D14B-0D8873D445EC}"/>
          </ac:spMkLst>
        </pc:spChg>
        <pc:spChg chg="add mod">
          <ac:chgData name="Zack Taebel" userId="2dd1254fd5968e35" providerId="LiveId" clId="{A9EC152B-E660-4FE4-B34F-64378E9BBD0A}" dt="2026-09-14T20:24:32.840" v="14375" actId="1076"/>
          <ac:spMkLst>
            <pc:docMk/>
            <pc:sldMk cId="2736736737" sldId="261"/>
            <ac:spMk id="5" creationId="{01AD264A-4DE6-305E-031E-850BC18351BF}"/>
          </ac:spMkLst>
        </pc:spChg>
        <pc:spChg chg="add mod">
          <ac:chgData name="Zack Taebel" userId="2dd1254fd5968e35" providerId="LiveId" clId="{A9EC152B-E660-4FE4-B34F-64378E9BBD0A}" dt="2026-09-14T20:24:32.840" v="14375" actId="1076"/>
          <ac:spMkLst>
            <pc:docMk/>
            <pc:sldMk cId="2736736737" sldId="261"/>
            <ac:spMk id="7" creationId="{D1FD1540-AF03-6452-D174-41F1B2AAF1FF}"/>
          </ac:spMkLst>
        </pc:spChg>
        <pc:spChg chg="add del mod">
          <ac:chgData name="Zack Taebel" userId="2dd1254fd5968e35" providerId="LiveId" clId="{A9EC152B-E660-4FE4-B34F-64378E9BBD0A}" dt="2026-09-14T20:16:23.108" v="14240" actId="478"/>
          <ac:spMkLst>
            <pc:docMk/>
            <pc:sldMk cId="2736736737" sldId="261"/>
            <ac:spMk id="8" creationId="{039EF446-E876-C1ED-ABA4-5600D5624BF0}"/>
          </ac:spMkLst>
        </pc:spChg>
        <pc:spChg chg="add mod">
          <ac:chgData name="Zack Taebel" userId="2dd1254fd5968e35" providerId="LiveId" clId="{A9EC152B-E660-4FE4-B34F-64378E9BBD0A}" dt="2026-09-14T20:24:32.840" v="14375" actId="1076"/>
          <ac:spMkLst>
            <pc:docMk/>
            <pc:sldMk cId="2736736737" sldId="261"/>
            <ac:spMk id="9" creationId="{AFA786F2-DF2A-3862-061D-D2D89F1E518F}"/>
          </ac:spMkLst>
        </pc:spChg>
        <pc:spChg chg="add mod">
          <ac:chgData name="Zack Taebel" userId="2dd1254fd5968e35" providerId="LiveId" clId="{A9EC152B-E660-4FE4-B34F-64378E9BBD0A}" dt="2026-09-14T20:24:32.840" v="14375" actId="1076"/>
          <ac:spMkLst>
            <pc:docMk/>
            <pc:sldMk cId="2736736737" sldId="261"/>
            <ac:spMk id="10" creationId="{1923822F-6D5F-855D-6405-B67642174CBA}"/>
          </ac:spMkLst>
        </pc:spChg>
        <pc:spChg chg="add mod">
          <ac:chgData name="Zack Taebel" userId="2dd1254fd5968e35" providerId="LiveId" clId="{A9EC152B-E660-4FE4-B34F-64378E9BBD0A}" dt="2026-09-14T20:16:53.318" v="14261" actId="208"/>
          <ac:spMkLst>
            <pc:docMk/>
            <pc:sldMk cId="2736736737" sldId="261"/>
            <ac:spMk id="12" creationId="{8AFF431D-3AF5-E98C-67D5-9B19FED19CF4}"/>
          </ac:spMkLst>
        </pc:spChg>
      </pc:sldChg>
      <pc:sldChg chg="modSp add del mod">
        <pc:chgData name="Zack Taebel" userId="2dd1254fd5968e35" providerId="LiveId" clId="{A9EC152B-E660-4FE4-B34F-64378E9BBD0A}" dt="2026-09-14T20:54:08.906" v="16902" actId="47"/>
        <pc:sldMkLst>
          <pc:docMk/>
          <pc:sldMk cId="3012853368" sldId="262"/>
        </pc:sldMkLst>
      </pc:sldChg>
      <pc:sldChg chg="addSp modSp add del mod">
        <pc:chgData name="Zack Taebel" userId="2dd1254fd5968e35" providerId="LiveId" clId="{A9EC152B-E660-4FE4-B34F-64378E9BBD0A}" dt="2026-09-14T20:41:00.702" v="15650" actId="47"/>
        <pc:sldMkLst>
          <pc:docMk/>
          <pc:sldMk cId="189247227" sldId="263"/>
        </pc:sldMkLst>
      </pc:sldChg>
      <pc:sldChg chg="modSp add del mod">
        <pc:chgData name="Zack Taebel" userId="2dd1254fd5968e35" providerId="LiveId" clId="{A9EC152B-E660-4FE4-B34F-64378E9BBD0A}" dt="2026-09-14T21:12:29.854" v="18286" actId="47"/>
        <pc:sldMkLst>
          <pc:docMk/>
          <pc:sldMk cId="3473556601" sldId="264"/>
        </pc:sldMkLst>
      </pc:sldChg>
      <pc:sldChg chg="modSp new del mod">
        <pc:chgData name="Zack Taebel" userId="2dd1254fd5968e35" providerId="LiveId" clId="{A9EC152B-E660-4FE4-B34F-64378E9BBD0A}" dt="2026-09-14T20:40:54.583" v="15648" actId="47"/>
        <pc:sldMkLst>
          <pc:docMk/>
          <pc:sldMk cId="2232404742" sldId="266"/>
        </pc:sldMkLst>
      </pc:sldChg>
      <pc:sldChg chg="addSp delSp modSp add del mod setBg modAnim">
        <pc:chgData name="Zack Taebel" userId="2dd1254fd5968e35" providerId="LiveId" clId="{A9EC152B-E660-4FE4-B34F-64378E9BBD0A}" dt="2026-09-14T21:12:45.005" v="18292" actId="47"/>
        <pc:sldMkLst>
          <pc:docMk/>
          <pc:sldMk cId="2189891330" sldId="267"/>
        </pc:sldMkLst>
      </pc:sldChg>
      <pc:sldChg chg="addSp delSp modSp add del mod modAnim">
        <pc:chgData name="Zack Taebel" userId="2dd1254fd5968e35" providerId="LiveId" clId="{A9EC152B-E660-4FE4-B34F-64378E9BBD0A}" dt="2026-09-14T21:12:31.616" v="18287" actId="47"/>
        <pc:sldMkLst>
          <pc:docMk/>
          <pc:sldMk cId="3858408453" sldId="268"/>
        </pc:sldMkLst>
      </pc:sldChg>
      <pc:sldChg chg="addSp delSp modSp add del mod">
        <pc:chgData name="Zack Taebel" userId="2dd1254fd5968e35" providerId="LiveId" clId="{A9EC152B-E660-4FE4-B34F-64378E9BBD0A}" dt="2026-09-14T21:12:36.579" v="18288" actId="47"/>
        <pc:sldMkLst>
          <pc:docMk/>
          <pc:sldMk cId="2999679248" sldId="269"/>
        </pc:sldMkLst>
      </pc:sldChg>
      <pc:sldChg chg="modSp add del mod">
        <pc:chgData name="Zack Taebel" userId="2dd1254fd5968e35" providerId="LiveId" clId="{A9EC152B-E660-4FE4-B34F-64378E9BBD0A}" dt="2026-09-14T21:12:38.433" v="18289" actId="47"/>
        <pc:sldMkLst>
          <pc:docMk/>
          <pc:sldMk cId="2304739563" sldId="270"/>
        </pc:sldMkLst>
      </pc:sldChg>
      <pc:sldChg chg="add del ord">
        <pc:chgData name="Zack Taebel" userId="2dd1254fd5968e35" providerId="LiveId" clId="{A9EC152B-E660-4FE4-B34F-64378E9BBD0A}" dt="2026-09-14T21:12:40.247" v="18291" actId="47"/>
        <pc:sldMkLst>
          <pc:docMk/>
          <pc:sldMk cId="3007288062" sldId="271"/>
        </pc:sldMkLst>
      </pc:sldChg>
      <pc:sldChg chg="addSp modSp add mod ord modAnim">
        <pc:chgData name="Zack Taebel" userId="2dd1254fd5968e35" providerId="LiveId" clId="{A9EC152B-E660-4FE4-B34F-64378E9BBD0A}" dt="2026-09-14T19:24:07.710" v="11574"/>
        <pc:sldMkLst>
          <pc:docMk/>
          <pc:sldMk cId="160092871" sldId="273"/>
        </pc:sldMkLst>
        <pc:spChg chg="add mod">
          <ac:chgData name="Zack Taebel" userId="2dd1254fd5968e35" providerId="LiveId" clId="{A9EC152B-E660-4FE4-B34F-64378E9BBD0A}" dt="2026-09-09T18:29:21.160" v="5641" actId="255"/>
          <ac:spMkLst>
            <pc:docMk/>
            <pc:sldMk cId="160092871" sldId="273"/>
            <ac:spMk id="8" creationId="{18FD1CA4-EBE7-29A8-DFCD-73A1C82D62BD}"/>
          </ac:spMkLst>
        </pc:spChg>
        <pc:spChg chg="add mod">
          <ac:chgData name="Zack Taebel" userId="2dd1254fd5968e35" providerId="LiveId" clId="{A9EC152B-E660-4FE4-B34F-64378E9BBD0A}" dt="2026-09-09T18:29:21.160" v="5641" actId="255"/>
          <ac:spMkLst>
            <pc:docMk/>
            <pc:sldMk cId="160092871" sldId="273"/>
            <ac:spMk id="11" creationId="{AA65A4C3-5E9B-FDFE-7E2A-C169185282BA}"/>
          </ac:spMkLst>
        </pc:spChg>
        <pc:picChg chg="mod">
          <ac:chgData name="Zack Taebel" userId="2dd1254fd5968e35" providerId="LiveId" clId="{A9EC152B-E660-4FE4-B34F-64378E9BBD0A}" dt="2026-09-09T18:34:57.611" v="5693" actId="1076"/>
          <ac:picMkLst>
            <pc:docMk/>
            <pc:sldMk cId="160092871" sldId="273"/>
            <ac:picMk id="5" creationId="{F5EF3ED4-2441-8ECF-E0B4-ACC20CF09E63}"/>
          </ac:picMkLst>
        </pc:picChg>
      </pc:sldChg>
      <pc:sldChg chg="addSp delSp modSp add mod ord modTransition modAnim">
        <pc:chgData name="Zack Taebel" userId="2dd1254fd5968e35" providerId="LiveId" clId="{A9EC152B-E660-4FE4-B34F-64378E9BBD0A}" dt="2026-09-14T19:25:09.799" v="11618" actId="20577"/>
        <pc:sldMkLst>
          <pc:docMk/>
          <pc:sldMk cId="881294565" sldId="275"/>
        </pc:sldMkLst>
        <pc:spChg chg="mod">
          <ac:chgData name="Zack Taebel" userId="2dd1254fd5968e35" providerId="LiveId" clId="{A9EC152B-E660-4FE4-B34F-64378E9BBD0A}" dt="2026-09-14T19:25:09.799" v="11618" actId="20577"/>
          <ac:spMkLst>
            <pc:docMk/>
            <pc:sldMk cId="881294565" sldId="275"/>
            <ac:spMk id="3" creationId="{CA43F5C0-B45C-E73D-4887-B62866837979}"/>
          </ac:spMkLst>
        </pc:spChg>
        <pc:spChg chg="add">
          <ac:chgData name="Zack Taebel" userId="2dd1254fd5968e35" providerId="LiveId" clId="{A9EC152B-E660-4FE4-B34F-64378E9BBD0A}" dt="2026-09-09T18:31:52.045" v="5656" actId="22"/>
          <ac:spMkLst>
            <pc:docMk/>
            <pc:sldMk cId="881294565" sldId="275"/>
            <ac:spMk id="15" creationId="{11E07552-3090-A3B1-79BC-F2D0BABA89CB}"/>
          </ac:spMkLst>
        </pc:spChg>
        <pc:spChg chg="add">
          <ac:chgData name="Zack Taebel" userId="2dd1254fd5968e35" providerId="LiveId" clId="{A9EC152B-E660-4FE4-B34F-64378E9BBD0A}" dt="2026-09-09T18:31:52.045" v="5656" actId="22"/>
          <ac:spMkLst>
            <pc:docMk/>
            <pc:sldMk cId="881294565" sldId="275"/>
            <ac:spMk id="17" creationId="{06507C3C-FD87-53D2-0921-AA53A22B2C56}"/>
          </ac:spMkLst>
        </pc:spChg>
        <pc:grpChg chg="add mod ord">
          <ac:chgData name="Zack Taebel" userId="2dd1254fd5968e35" providerId="LiveId" clId="{A9EC152B-E660-4FE4-B34F-64378E9BBD0A}" dt="2026-09-09T18:06:54.022" v="5473" actId="167"/>
          <ac:grpSpMkLst>
            <pc:docMk/>
            <pc:sldMk cId="881294565" sldId="275"/>
            <ac:grpSpMk id="10" creationId="{C42AE0EC-8432-3377-7B46-AEC1359F97C1}"/>
          </ac:grpSpMkLst>
        </pc:grpChg>
        <pc:picChg chg="mod ord">
          <ac:chgData name="Zack Taebel" userId="2dd1254fd5968e35" providerId="LiveId" clId="{A9EC152B-E660-4FE4-B34F-64378E9BBD0A}" dt="2026-09-09T18:06:34.179" v="5470" actId="167"/>
          <ac:picMkLst>
            <pc:docMk/>
            <pc:sldMk cId="881294565" sldId="275"/>
            <ac:picMk id="12" creationId="{214C7F59-8328-1D1A-72AA-BF6E471ECADC}"/>
          </ac:picMkLst>
        </pc:picChg>
        <pc:picChg chg="mod">
          <ac:chgData name="Zack Taebel" userId="2dd1254fd5968e35" providerId="LiveId" clId="{A9EC152B-E660-4FE4-B34F-64378E9BBD0A}" dt="2026-09-09T18:05:48.890" v="5460"/>
          <ac:picMkLst>
            <pc:docMk/>
            <pc:sldMk cId="881294565" sldId="275"/>
            <ac:picMk id="13" creationId="{ECC31299-7200-7A44-2ACF-78CD589EC5E6}"/>
          </ac:picMkLst>
        </pc:picChg>
      </pc:sldChg>
      <pc:sldChg chg="addSp delSp modSp add mod ord modTransition modAnim">
        <pc:chgData name="Zack Taebel" userId="2dd1254fd5968e35" providerId="LiveId" clId="{A9EC152B-E660-4FE4-B34F-64378E9BBD0A}" dt="2026-09-14T19:25:26.766" v="11651" actId="6549"/>
        <pc:sldMkLst>
          <pc:docMk/>
          <pc:sldMk cId="639917931" sldId="276"/>
        </pc:sldMkLst>
        <pc:spChg chg="mod">
          <ac:chgData name="Zack Taebel" userId="2dd1254fd5968e35" providerId="LiveId" clId="{A9EC152B-E660-4FE4-B34F-64378E9BBD0A}" dt="2026-09-14T19:25:26.766" v="11651" actId="6549"/>
          <ac:spMkLst>
            <pc:docMk/>
            <pc:sldMk cId="639917931" sldId="276"/>
            <ac:spMk id="3" creationId="{48D50704-7942-F9C7-0DB9-25A3A9ACA0D3}"/>
          </ac:spMkLst>
        </pc:spChg>
        <pc:spChg chg="add mod">
          <ac:chgData name="Zack Taebel" userId="2dd1254fd5968e35" providerId="LiveId" clId="{A9EC152B-E660-4FE4-B34F-64378E9BBD0A}" dt="2026-09-09T18:28:14.669" v="5633" actId="2085"/>
          <ac:spMkLst>
            <pc:docMk/>
            <pc:sldMk cId="639917931" sldId="276"/>
            <ac:spMk id="4" creationId="{A6D15CDC-45AA-4D8D-A840-CF437588B412}"/>
          </ac:spMkLst>
        </pc:spChg>
        <pc:spChg chg="add mod">
          <ac:chgData name="Zack Taebel" userId="2dd1254fd5968e35" providerId="LiveId" clId="{A9EC152B-E660-4FE4-B34F-64378E9BBD0A}" dt="2026-09-09T18:28:14.669" v="5633" actId="2085"/>
          <ac:spMkLst>
            <pc:docMk/>
            <pc:sldMk cId="639917931" sldId="276"/>
            <ac:spMk id="6" creationId="{DA8C166A-3CD4-F06F-5991-C4C58231B97F}"/>
          </ac:spMkLst>
        </pc:spChg>
        <pc:spChg chg="add mod">
          <ac:chgData name="Zack Taebel" userId="2dd1254fd5968e35" providerId="LiveId" clId="{A9EC152B-E660-4FE4-B34F-64378E9BBD0A}" dt="2026-09-09T18:28:14.669" v="5633" actId="2085"/>
          <ac:spMkLst>
            <pc:docMk/>
            <pc:sldMk cId="639917931" sldId="276"/>
            <ac:spMk id="15" creationId="{5363916C-EF3A-663B-A6FA-B31060EDEB28}"/>
          </ac:spMkLst>
        </pc:spChg>
        <pc:spChg chg="add mod">
          <ac:chgData name="Zack Taebel" userId="2dd1254fd5968e35" providerId="LiveId" clId="{A9EC152B-E660-4FE4-B34F-64378E9BBD0A}" dt="2026-09-09T18:31:11.040" v="5654" actId="1076"/>
          <ac:spMkLst>
            <pc:docMk/>
            <pc:sldMk cId="639917931" sldId="276"/>
            <ac:spMk id="16" creationId="{069BFFCC-63A6-3CF3-5301-1D4CF68DF4B0}"/>
          </ac:spMkLst>
        </pc:spChg>
        <pc:spChg chg="add mod">
          <ac:chgData name="Zack Taebel" userId="2dd1254fd5968e35" providerId="LiveId" clId="{A9EC152B-E660-4FE4-B34F-64378E9BBD0A}" dt="2026-09-09T18:31:11.040" v="5654" actId="1076"/>
          <ac:spMkLst>
            <pc:docMk/>
            <pc:sldMk cId="639917931" sldId="276"/>
            <ac:spMk id="18" creationId="{334996E3-FC7D-E02E-C6DE-939C31EDA40F}"/>
          </ac:spMkLst>
        </pc:spChg>
        <pc:spChg chg="add mod">
          <ac:chgData name="Zack Taebel" userId="2dd1254fd5968e35" providerId="LiveId" clId="{A9EC152B-E660-4FE4-B34F-64378E9BBD0A}" dt="2026-09-09T18:31:11.040" v="5654" actId="1076"/>
          <ac:spMkLst>
            <pc:docMk/>
            <pc:sldMk cId="639917931" sldId="276"/>
            <ac:spMk id="20" creationId="{6A74ED9E-59F8-C933-9C76-51EE9416A8CC}"/>
          </ac:spMkLst>
        </pc:spChg>
        <pc:spChg chg="add mod">
          <ac:chgData name="Zack Taebel" userId="2dd1254fd5968e35" providerId="LiveId" clId="{A9EC152B-E660-4FE4-B34F-64378E9BBD0A}" dt="2026-09-09T18:31:11.040" v="5654" actId="1076"/>
          <ac:spMkLst>
            <pc:docMk/>
            <pc:sldMk cId="639917931" sldId="276"/>
            <ac:spMk id="22" creationId="{5202B63A-4985-8A66-1EEE-ED4A275D2598}"/>
          </ac:spMkLst>
        </pc:spChg>
        <pc:spChg chg="add">
          <ac:chgData name="Zack Taebel" userId="2dd1254fd5968e35" providerId="LiveId" clId="{A9EC152B-E660-4FE4-B34F-64378E9BBD0A}" dt="2026-09-09T18:31:57.242" v="5658" actId="22"/>
          <ac:spMkLst>
            <pc:docMk/>
            <pc:sldMk cId="639917931" sldId="276"/>
            <ac:spMk id="24" creationId="{E2705228-6F4B-5ADC-C680-D5E4B93B9FE1}"/>
          </ac:spMkLst>
        </pc:spChg>
        <pc:spChg chg="add">
          <ac:chgData name="Zack Taebel" userId="2dd1254fd5968e35" providerId="LiveId" clId="{A9EC152B-E660-4FE4-B34F-64378E9BBD0A}" dt="2026-09-09T18:31:57.242" v="5658" actId="22"/>
          <ac:spMkLst>
            <pc:docMk/>
            <pc:sldMk cId="639917931" sldId="276"/>
            <ac:spMk id="26" creationId="{938078FA-118B-73D6-AD96-65B431A19A62}"/>
          </ac:spMkLst>
        </pc:spChg>
      </pc:sldChg>
      <pc:sldChg chg="addSp delSp modSp new mod ord">
        <pc:chgData name="Zack Taebel" userId="2dd1254fd5968e35" providerId="LiveId" clId="{A9EC152B-E660-4FE4-B34F-64378E9BBD0A}" dt="2026-09-14T19:42:48.003" v="12175" actId="2711"/>
        <pc:sldMkLst>
          <pc:docMk/>
          <pc:sldMk cId="3275113732" sldId="277"/>
        </pc:sldMkLst>
        <pc:spChg chg="del mod">
          <ac:chgData name="Zack Taebel" userId="2dd1254fd5968e35" providerId="LiveId" clId="{A9EC152B-E660-4FE4-B34F-64378E9BBD0A}" dt="2026-09-14T19:42:26.727" v="12159" actId="478"/>
          <ac:spMkLst>
            <pc:docMk/>
            <pc:sldMk cId="3275113732" sldId="277"/>
            <ac:spMk id="2" creationId="{4855068B-D27E-E2F7-B670-EB650979E06E}"/>
          </ac:spMkLst>
        </pc:spChg>
        <pc:spChg chg="mod">
          <ac:chgData name="Zack Taebel" userId="2dd1254fd5968e35" providerId="LiveId" clId="{A9EC152B-E660-4FE4-B34F-64378E9BBD0A}" dt="2026-09-14T19:42:48.003" v="12175" actId="2711"/>
          <ac:spMkLst>
            <pc:docMk/>
            <pc:sldMk cId="3275113732" sldId="277"/>
            <ac:spMk id="3" creationId="{333431FA-48F8-AB57-4477-38714B44AA54}"/>
          </ac:spMkLst>
        </pc:spChg>
        <pc:spChg chg="add mod ord">
          <ac:chgData name="Zack Taebel" userId="2dd1254fd5968e35" providerId="LiveId" clId="{A9EC152B-E660-4FE4-B34F-64378E9BBD0A}" dt="2026-09-14T19:42:40.860" v="12174" actId="208"/>
          <ac:spMkLst>
            <pc:docMk/>
            <pc:sldMk cId="3275113732" sldId="277"/>
            <ac:spMk id="4" creationId="{9AB7A7F0-B36C-7C9D-F41A-52E9C4AFB19F}"/>
          </ac:spMkLst>
        </pc:spChg>
        <pc:spChg chg="add del mod">
          <ac:chgData name="Zack Taebel" userId="2dd1254fd5968e35" providerId="LiveId" clId="{A9EC152B-E660-4FE4-B34F-64378E9BBD0A}" dt="2026-09-14T19:42:27.745" v="12160" actId="478"/>
          <ac:spMkLst>
            <pc:docMk/>
            <pc:sldMk cId="3275113732" sldId="277"/>
            <ac:spMk id="6" creationId="{2171B2FF-20AA-A452-CD1D-AC2C8191DFA1}"/>
          </ac:spMkLst>
        </pc:spChg>
      </pc:sldChg>
      <pc:sldChg chg="addSp delSp modSp add mod">
        <pc:chgData name="Zack Taebel" userId="2dd1254fd5968e35" providerId="LiveId" clId="{A9EC152B-E660-4FE4-B34F-64378E9BBD0A}" dt="2026-09-14T20:25:33.107" v="14392" actId="6549"/>
        <pc:sldMkLst>
          <pc:docMk/>
          <pc:sldMk cId="2060634621" sldId="278"/>
        </pc:sldMkLst>
        <pc:spChg chg="del">
          <ac:chgData name="Zack Taebel" userId="2dd1254fd5968e35" providerId="LiveId" clId="{A9EC152B-E660-4FE4-B34F-64378E9BBD0A}" dt="2026-09-14T19:43:44.687" v="12255" actId="478"/>
          <ac:spMkLst>
            <pc:docMk/>
            <pc:sldMk cId="2060634621" sldId="278"/>
            <ac:spMk id="2" creationId="{9396E0B4-93CF-B2C9-01E2-2BC1CBC75E71}"/>
          </ac:spMkLst>
        </pc:spChg>
        <pc:spChg chg="mod">
          <ac:chgData name="Zack Taebel" userId="2dd1254fd5968e35" providerId="LiveId" clId="{A9EC152B-E660-4FE4-B34F-64378E9BBD0A}" dt="2026-09-14T20:25:33.107" v="14392" actId="6549"/>
          <ac:spMkLst>
            <pc:docMk/>
            <pc:sldMk cId="2060634621" sldId="278"/>
            <ac:spMk id="3" creationId="{EE11BEBB-D0CF-901F-A27A-CB7017979759}"/>
          </ac:spMkLst>
        </pc:spChg>
        <pc:spChg chg="add del mod">
          <ac:chgData name="Zack Taebel" userId="2dd1254fd5968e35" providerId="LiveId" clId="{A9EC152B-E660-4FE4-B34F-64378E9BBD0A}" dt="2026-09-14T19:43:48.991" v="12256" actId="478"/>
          <ac:spMkLst>
            <pc:docMk/>
            <pc:sldMk cId="2060634621" sldId="278"/>
            <ac:spMk id="5" creationId="{0C4265AF-9696-FF53-CB28-5B88B6F829F1}"/>
          </ac:spMkLst>
        </pc:spChg>
        <pc:spChg chg="add">
          <ac:chgData name="Zack Taebel" userId="2dd1254fd5968e35" providerId="LiveId" clId="{A9EC152B-E660-4FE4-B34F-64378E9BBD0A}" dt="2026-09-14T19:43:49.635" v="12257" actId="22"/>
          <ac:spMkLst>
            <pc:docMk/>
            <pc:sldMk cId="2060634621" sldId="278"/>
            <ac:spMk id="7" creationId="{44FA010D-2A04-E457-07C5-FD7C577493AC}"/>
          </ac:spMkLst>
        </pc:spChg>
      </pc:sldChg>
      <pc:sldChg chg="addSp delSp modSp add mod">
        <pc:chgData name="Zack Taebel" userId="2dd1254fd5968e35" providerId="LiveId" clId="{A9EC152B-E660-4FE4-B34F-64378E9BBD0A}" dt="2026-09-14T19:44:46.886" v="12284" actId="1076"/>
        <pc:sldMkLst>
          <pc:docMk/>
          <pc:sldMk cId="1814003571" sldId="279"/>
        </pc:sldMkLst>
        <pc:spChg chg="del mod">
          <ac:chgData name="Zack Taebel" userId="2dd1254fd5968e35" providerId="LiveId" clId="{A9EC152B-E660-4FE4-B34F-64378E9BBD0A}" dt="2026-09-14T19:44:08.263" v="12259" actId="478"/>
          <ac:spMkLst>
            <pc:docMk/>
            <pc:sldMk cId="1814003571" sldId="279"/>
            <ac:spMk id="2" creationId="{BB548CBC-72A7-4C7F-623B-B5394022D572}"/>
          </ac:spMkLst>
        </pc:spChg>
        <pc:spChg chg="mod">
          <ac:chgData name="Zack Taebel" userId="2dd1254fd5968e35" providerId="LiveId" clId="{A9EC152B-E660-4FE4-B34F-64378E9BBD0A}" dt="2026-09-14T19:44:23.957" v="12277" actId="1076"/>
          <ac:spMkLst>
            <pc:docMk/>
            <pc:sldMk cId="1814003571" sldId="279"/>
            <ac:spMk id="3" creationId="{F80215B5-5C3F-F6E3-F5C8-0E944831AF63}"/>
          </ac:spMkLst>
        </pc:spChg>
        <pc:spChg chg="add mod">
          <ac:chgData name="Zack Taebel" userId="2dd1254fd5968e35" providerId="LiveId" clId="{A9EC152B-E660-4FE4-B34F-64378E9BBD0A}" dt="2026-09-14T19:44:27.236" v="12278" actId="1076"/>
          <ac:spMkLst>
            <pc:docMk/>
            <pc:sldMk cId="1814003571" sldId="279"/>
            <ac:spMk id="4" creationId="{4802E034-D8AA-88E3-B09D-F212A4C4D415}"/>
          </ac:spMkLst>
        </pc:spChg>
        <pc:spChg chg="add mod">
          <ac:chgData name="Zack Taebel" userId="2dd1254fd5968e35" providerId="LiveId" clId="{A9EC152B-E660-4FE4-B34F-64378E9BBD0A}" dt="2026-09-14T19:44:29.827" v="12279" actId="1076"/>
          <ac:spMkLst>
            <pc:docMk/>
            <pc:sldMk cId="1814003571" sldId="279"/>
            <ac:spMk id="5" creationId="{9FD70A8F-58C6-2FC1-45A0-D5743CF66E70}"/>
          </ac:spMkLst>
        </pc:spChg>
        <pc:spChg chg="add mod">
          <ac:chgData name="Zack Taebel" userId="2dd1254fd5968e35" providerId="LiveId" clId="{A9EC152B-E660-4FE4-B34F-64378E9BBD0A}" dt="2026-09-14T19:44:33.426" v="12280" actId="1076"/>
          <ac:spMkLst>
            <pc:docMk/>
            <pc:sldMk cId="1814003571" sldId="279"/>
            <ac:spMk id="7" creationId="{38D4728A-2813-9C6C-8619-4FB720072F1E}"/>
          </ac:spMkLst>
        </pc:spChg>
        <pc:spChg chg="add del mod">
          <ac:chgData name="Zack Taebel" userId="2dd1254fd5968e35" providerId="LiveId" clId="{A9EC152B-E660-4FE4-B34F-64378E9BBD0A}" dt="2026-09-14T19:44:10.773" v="12260" actId="478"/>
          <ac:spMkLst>
            <pc:docMk/>
            <pc:sldMk cId="1814003571" sldId="279"/>
            <ac:spMk id="8" creationId="{1676247B-8CA9-A415-91B9-96F92C9533F5}"/>
          </ac:spMkLst>
        </pc:spChg>
        <pc:spChg chg="add mod">
          <ac:chgData name="Zack Taebel" userId="2dd1254fd5968e35" providerId="LiveId" clId="{A9EC152B-E660-4FE4-B34F-64378E9BBD0A}" dt="2026-09-14T19:44:39.858" v="12282" actId="1076"/>
          <ac:spMkLst>
            <pc:docMk/>
            <pc:sldMk cId="1814003571" sldId="279"/>
            <ac:spMk id="9" creationId="{626DF2A1-3553-F121-DFE2-897254BEC469}"/>
          </ac:spMkLst>
        </pc:spChg>
        <pc:spChg chg="add mod">
          <ac:chgData name="Zack Taebel" userId="2dd1254fd5968e35" providerId="LiveId" clId="{A9EC152B-E660-4FE4-B34F-64378E9BBD0A}" dt="2026-09-14T19:44:43.270" v="12283" actId="1076"/>
          <ac:spMkLst>
            <pc:docMk/>
            <pc:sldMk cId="1814003571" sldId="279"/>
            <ac:spMk id="11" creationId="{4B169B7E-BE01-076E-FB77-5841DDD62022}"/>
          </ac:spMkLst>
        </pc:spChg>
        <pc:spChg chg="add mod">
          <ac:chgData name="Zack Taebel" userId="2dd1254fd5968e35" providerId="LiveId" clId="{A9EC152B-E660-4FE4-B34F-64378E9BBD0A}" dt="2026-09-14T19:44:18.798" v="12276" actId="20577"/>
          <ac:spMkLst>
            <pc:docMk/>
            <pc:sldMk cId="1814003571" sldId="279"/>
            <ac:spMk id="12" creationId="{BB2DB7C0-C547-62B4-8671-B6A3031EFB0B}"/>
          </ac:spMkLst>
        </pc:spChg>
        <pc:spChg chg="add mod">
          <ac:chgData name="Zack Taebel" userId="2dd1254fd5968e35" providerId="LiveId" clId="{A9EC152B-E660-4FE4-B34F-64378E9BBD0A}" dt="2026-09-14T19:44:46.886" v="12284" actId="1076"/>
          <ac:spMkLst>
            <pc:docMk/>
            <pc:sldMk cId="1814003571" sldId="279"/>
            <ac:spMk id="13" creationId="{2333DDF4-4FEC-38E1-A4AC-BE8D9D3448C9}"/>
          </ac:spMkLst>
        </pc:spChg>
      </pc:sldChg>
      <pc:sldChg chg="addSp modSp add del mod">
        <pc:chgData name="Zack Taebel" userId="2dd1254fd5968e35" providerId="LiveId" clId="{A9EC152B-E660-4FE4-B34F-64378E9BBD0A}" dt="2026-09-14T20:40:57.041" v="15649" actId="47"/>
        <pc:sldMkLst>
          <pc:docMk/>
          <pc:sldMk cId="931027158" sldId="280"/>
        </pc:sldMkLst>
      </pc:sldChg>
      <pc:sldChg chg="addSp delSp modSp add mod ord">
        <pc:chgData name="Zack Taebel" userId="2dd1254fd5968e35" providerId="LiveId" clId="{A9EC152B-E660-4FE4-B34F-64378E9BBD0A}" dt="2026-09-14T20:10:49.001" v="13721" actId="20577"/>
        <pc:sldMkLst>
          <pc:docMk/>
          <pc:sldMk cId="3794581376" sldId="281"/>
        </pc:sldMkLst>
        <pc:spChg chg="del mod">
          <ac:chgData name="Zack Taebel" userId="2dd1254fd5968e35" providerId="LiveId" clId="{A9EC152B-E660-4FE4-B34F-64378E9BBD0A}" dt="2026-09-14T20:10:43.030" v="13710" actId="478"/>
          <ac:spMkLst>
            <pc:docMk/>
            <pc:sldMk cId="3794581376" sldId="281"/>
            <ac:spMk id="2" creationId="{86158B55-B72E-68FD-0C42-C425D016E40C}"/>
          </ac:spMkLst>
        </pc:spChg>
        <pc:spChg chg="mod">
          <ac:chgData name="Zack Taebel" userId="2dd1254fd5968e35" providerId="LiveId" clId="{A9EC152B-E660-4FE4-B34F-64378E9BBD0A}" dt="2026-09-14T20:10:19.954" v="13709" actId="20577"/>
          <ac:spMkLst>
            <pc:docMk/>
            <pc:sldMk cId="3794581376" sldId="281"/>
            <ac:spMk id="3" creationId="{F7330E22-0B12-A6A2-5995-67C4D1E44506}"/>
          </ac:spMkLst>
        </pc:spChg>
        <pc:spChg chg="add del mod">
          <ac:chgData name="Zack Taebel" userId="2dd1254fd5968e35" providerId="LiveId" clId="{A9EC152B-E660-4FE4-B34F-64378E9BBD0A}" dt="2026-09-14T20:10:43.843" v="13711" actId="478"/>
          <ac:spMkLst>
            <pc:docMk/>
            <pc:sldMk cId="3794581376" sldId="281"/>
            <ac:spMk id="5" creationId="{24656CAA-D564-514E-1194-753FD81A3C11}"/>
          </ac:spMkLst>
        </pc:spChg>
        <pc:spChg chg="add mod">
          <ac:chgData name="Zack Taebel" userId="2dd1254fd5968e35" providerId="LiveId" clId="{A9EC152B-E660-4FE4-B34F-64378E9BBD0A}" dt="2026-09-14T20:10:49.001" v="13721" actId="20577"/>
          <ac:spMkLst>
            <pc:docMk/>
            <pc:sldMk cId="3794581376" sldId="281"/>
            <ac:spMk id="7" creationId="{C0BD2743-7B3B-1AA0-8BB9-D2CEA0C86621}"/>
          </ac:spMkLst>
        </pc:spChg>
      </pc:sldChg>
      <pc:sldChg chg="modSp add mod">
        <pc:chgData name="Zack Taebel" userId="2dd1254fd5968e35" providerId="LiveId" clId="{A9EC152B-E660-4FE4-B34F-64378E9BBD0A}" dt="2026-09-14T19:19:08.110" v="11045" actId="27636"/>
        <pc:sldMkLst>
          <pc:docMk/>
          <pc:sldMk cId="2633473025" sldId="282"/>
        </pc:sldMkLst>
        <pc:spChg chg="mod">
          <ac:chgData name="Zack Taebel" userId="2dd1254fd5968e35" providerId="LiveId" clId="{A9EC152B-E660-4FE4-B34F-64378E9BBD0A}" dt="2026-09-14T19:19:08.110" v="11045" actId="27636"/>
          <ac:spMkLst>
            <pc:docMk/>
            <pc:sldMk cId="2633473025" sldId="282"/>
            <ac:spMk id="3" creationId="{A224C2CA-6A33-6459-C40A-AABC6BB3B80A}"/>
          </ac:spMkLst>
        </pc:spChg>
        <pc:spChg chg="mod">
          <ac:chgData name="Zack Taebel" userId="2dd1254fd5968e35" providerId="LiveId" clId="{A9EC152B-E660-4FE4-B34F-64378E9BBD0A}" dt="2026-09-14T18:28:32.045" v="10440" actId="20577"/>
          <ac:spMkLst>
            <pc:docMk/>
            <pc:sldMk cId="2633473025" sldId="282"/>
            <ac:spMk id="6" creationId="{4DB82987-8F51-8185-7DC5-FB7AAF362AAB}"/>
          </ac:spMkLst>
        </pc:spChg>
      </pc:sldChg>
      <pc:sldChg chg="modSp add mod">
        <pc:chgData name="Zack Taebel" userId="2dd1254fd5968e35" providerId="LiveId" clId="{A9EC152B-E660-4FE4-B34F-64378E9BBD0A}" dt="2026-09-14T19:24:54.074" v="11594" actId="20577"/>
        <pc:sldMkLst>
          <pc:docMk/>
          <pc:sldMk cId="1491226441" sldId="283"/>
        </pc:sldMkLst>
        <pc:spChg chg="mod">
          <ac:chgData name="Zack Taebel" userId="2dd1254fd5968e35" providerId="LiveId" clId="{A9EC152B-E660-4FE4-B34F-64378E9BBD0A}" dt="2026-09-14T19:23:56.593" v="11572" actId="27636"/>
          <ac:spMkLst>
            <pc:docMk/>
            <pc:sldMk cId="1491226441" sldId="283"/>
            <ac:spMk id="3" creationId="{2A337A57-BACE-469C-464E-8D98BB7F4DB2}"/>
          </ac:spMkLst>
        </pc:spChg>
        <pc:spChg chg="mod">
          <ac:chgData name="Zack Taebel" userId="2dd1254fd5968e35" providerId="LiveId" clId="{A9EC152B-E660-4FE4-B34F-64378E9BBD0A}" dt="2026-09-14T19:24:54.074" v="11594" actId="20577"/>
          <ac:spMkLst>
            <pc:docMk/>
            <pc:sldMk cId="1491226441" sldId="283"/>
            <ac:spMk id="6" creationId="{080D6EF9-F3D3-A87B-80AD-3B28C0DF180A}"/>
          </ac:spMkLst>
        </pc:spChg>
      </pc:sldChg>
      <pc:sldChg chg="modSp add mod ord">
        <pc:chgData name="Zack Taebel" userId="2dd1254fd5968e35" providerId="LiveId" clId="{A9EC152B-E660-4FE4-B34F-64378E9BBD0A}" dt="2026-09-14T19:41:38.211" v="12155" actId="5793"/>
        <pc:sldMkLst>
          <pc:docMk/>
          <pc:sldMk cId="225903647" sldId="284"/>
        </pc:sldMkLst>
        <pc:spChg chg="mod">
          <ac:chgData name="Zack Taebel" userId="2dd1254fd5968e35" providerId="LiveId" clId="{A9EC152B-E660-4FE4-B34F-64378E9BBD0A}" dt="2026-09-14T19:41:38.211" v="12155" actId="5793"/>
          <ac:spMkLst>
            <pc:docMk/>
            <pc:sldMk cId="225903647" sldId="284"/>
            <ac:spMk id="3" creationId="{A1E60E02-B658-5027-A475-DC0FDFF6DA0D}"/>
          </ac:spMkLst>
        </pc:spChg>
        <pc:spChg chg="mod">
          <ac:chgData name="Zack Taebel" userId="2dd1254fd5968e35" providerId="LiveId" clId="{A9EC152B-E660-4FE4-B34F-64378E9BBD0A}" dt="2026-09-14T19:37:48" v="11699" actId="20577"/>
          <ac:spMkLst>
            <pc:docMk/>
            <pc:sldMk cId="225903647" sldId="284"/>
            <ac:spMk id="6" creationId="{679D19DF-CB04-452F-F6A9-B672300ABCE0}"/>
          </ac:spMkLst>
        </pc:spChg>
      </pc:sldChg>
      <pc:sldChg chg="modSp add del mod">
        <pc:chgData name="Zack Taebel" userId="2dd1254fd5968e35" providerId="LiveId" clId="{A9EC152B-E660-4FE4-B34F-64378E9BBD0A}" dt="2026-09-14T19:37:15.927" v="11655" actId="47"/>
        <pc:sldMkLst>
          <pc:docMk/>
          <pc:sldMk cId="2715037419" sldId="284"/>
        </pc:sldMkLst>
        <pc:spChg chg="mod">
          <ac:chgData name="Zack Taebel" userId="2dd1254fd5968e35" providerId="LiveId" clId="{A9EC152B-E660-4FE4-B34F-64378E9BBD0A}" dt="2026-09-14T19:37:12.783" v="11654" actId="20577"/>
          <ac:spMkLst>
            <pc:docMk/>
            <pc:sldMk cId="2715037419" sldId="284"/>
            <ac:spMk id="3" creationId="{824FE234-6A68-3A6F-B990-ED8E59D1E97C}"/>
          </ac:spMkLst>
        </pc:spChg>
      </pc:sldChg>
      <pc:sldChg chg="addSp delSp modSp add mod">
        <pc:chgData name="Zack Taebel" userId="2dd1254fd5968e35" providerId="LiveId" clId="{A9EC152B-E660-4FE4-B34F-64378E9BBD0A}" dt="2026-09-14T19:50:48.820" v="12526" actId="208"/>
        <pc:sldMkLst>
          <pc:docMk/>
          <pc:sldMk cId="3317939010" sldId="285"/>
        </pc:sldMkLst>
        <pc:spChg chg="del">
          <ac:chgData name="Zack Taebel" userId="2dd1254fd5968e35" providerId="LiveId" clId="{A9EC152B-E660-4FE4-B34F-64378E9BBD0A}" dt="2026-09-14T19:45:50.008" v="12286" actId="478"/>
          <ac:spMkLst>
            <pc:docMk/>
            <pc:sldMk cId="3317939010" sldId="285"/>
            <ac:spMk id="3" creationId="{95F48199-D90D-4738-22D5-AC61978AEA17}"/>
          </ac:spMkLst>
        </pc:spChg>
        <pc:spChg chg="del">
          <ac:chgData name="Zack Taebel" userId="2dd1254fd5968e35" providerId="LiveId" clId="{A9EC152B-E660-4FE4-B34F-64378E9BBD0A}" dt="2026-09-14T19:45:52.973" v="12288" actId="478"/>
          <ac:spMkLst>
            <pc:docMk/>
            <pc:sldMk cId="3317939010" sldId="285"/>
            <ac:spMk id="4" creationId="{9CAE569C-37C1-B168-4786-FD663D3C3407}"/>
          </ac:spMkLst>
        </pc:spChg>
        <pc:spChg chg="del">
          <ac:chgData name="Zack Taebel" userId="2dd1254fd5968e35" providerId="LiveId" clId="{A9EC152B-E660-4FE4-B34F-64378E9BBD0A}" dt="2026-09-14T19:45:54.321" v="12289" actId="478"/>
          <ac:spMkLst>
            <pc:docMk/>
            <pc:sldMk cId="3317939010" sldId="285"/>
            <ac:spMk id="5" creationId="{F7B547B9-3C42-6BEA-6473-3595312D11BC}"/>
          </ac:spMkLst>
        </pc:spChg>
        <pc:spChg chg="add del mod">
          <ac:chgData name="Zack Taebel" userId="2dd1254fd5968e35" providerId="LiveId" clId="{A9EC152B-E660-4FE4-B34F-64378E9BBD0A}" dt="2026-09-14T19:45:51.989" v="12287" actId="478"/>
          <ac:spMkLst>
            <pc:docMk/>
            <pc:sldMk cId="3317939010" sldId="285"/>
            <ac:spMk id="6" creationId="{3896D438-3FBC-DD7F-5B3F-97D32CCFB34C}"/>
          </ac:spMkLst>
        </pc:spChg>
        <pc:spChg chg="del">
          <ac:chgData name="Zack Taebel" userId="2dd1254fd5968e35" providerId="LiveId" clId="{A9EC152B-E660-4FE4-B34F-64378E9BBD0A}" dt="2026-09-14T19:45:56.086" v="12290" actId="478"/>
          <ac:spMkLst>
            <pc:docMk/>
            <pc:sldMk cId="3317939010" sldId="285"/>
            <ac:spMk id="7" creationId="{413EBCF6-0995-D1D1-EEF8-FD6EABA53D44}"/>
          </ac:spMkLst>
        </pc:spChg>
        <pc:spChg chg="add del mod">
          <ac:chgData name="Zack Taebel" userId="2dd1254fd5968e35" providerId="LiveId" clId="{A9EC152B-E660-4FE4-B34F-64378E9BBD0A}" dt="2026-09-14T19:46:15.688" v="12302"/>
          <ac:spMkLst>
            <pc:docMk/>
            <pc:sldMk cId="3317939010" sldId="285"/>
            <ac:spMk id="8" creationId="{28CCD112-6AB1-930D-F309-4BAC4026704C}"/>
          </ac:spMkLst>
        </pc:spChg>
        <pc:spChg chg="del">
          <ac:chgData name="Zack Taebel" userId="2dd1254fd5968e35" providerId="LiveId" clId="{A9EC152B-E660-4FE4-B34F-64378E9BBD0A}" dt="2026-09-14T19:45:57.389" v="12291" actId="478"/>
          <ac:spMkLst>
            <pc:docMk/>
            <pc:sldMk cId="3317939010" sldId="285"/>
            <ac:spMk id="9" creationId="{E6B05640-CF2F-68C8-7C65-9C5F8C336CC5}"/>
          </ac:spMkLst>
        </pc:spChg>
        <pc:spChg chg="add mod">
          <ac:chgData name="Zack Taebel" userId="2dd1254fd5968e35" providerId="LiveId" clId="{A9EC152B-E660-4FE4-B34F-64378E9BBD0A}" dt="2026-09-14T19:50:48.820" v="12526" actId="208"/>
          <ac:spMkLst>
            <pc:docMk/>
            <pc:sldMk cId="3317939010" sldId="285"/>
            <ac:spMk id="10" creationId="{7D4B7BAF-5F0B-E6D0-6F14-8438A6E7F7B5}"/>
          </ac:spMkLst>
        </pc:spChg>
        <pc:spChg chg="del">
          <ac:chgData name="Zack Taebel" userId="2dd1254fd5968e35" providerId="LiveId" clId="{A9EC152B-E660-4FE4-B34F-64378E9BBD0A}" dt="2026-09-14T19:45:58.742" v="12292" actId="478"/>
          <ac:spMkLst>
            <pc:docMk/>
            <pc:sldMk cId="3317939010" sldId="285"/>
            <ac:spMk id="11" creationId="{4DB3001A-C613-C11D-F00A-6E50AC301A06}"/>
          </ac:spMkLst>
        </pc:spChg>
        <pc:spChg chg="mod">
          <ac:chgData name="Zack Taebel" userId="2dd1254fd5968e35" providerId="LiveId" clId="{A9EC152B-E660-4FE4-B34F-64378E9BBD0A}" dt="2026-09-14T19:46:14.921" v="12300" actId="20577"/>
          <ac:spMkLst>
            <pc:docMk/>
            <pc:sldMk cId="3317939010" sldId="285"/>
            <ac:spMk id="12" creationId="{50667EAC-A646-CDF2-7F9F-EF36D858D021}"/>
          </ac:spMkLst>
        </pc:spChg>
        <pc:spChg chg="del">
          <ac:chgData name="Zack Taebel" userId="2dd1254fd5968e35" providerId="LiveId" clId="{A9EC152B-E660-4FE4-B34F-64378E9BBD0A}" dt="2026-09-14T19:46:00.177" v="12293" actId="478"/>
          <ac:spMkLst>
            <pc:docMk/>
            <pc:sldMk cId="3317939010" sldId="285"/>
            <ac:spMk id="13" creationId="{132DB8C5-2A64-6FF3-B02C-D5403A6FC0E0}"/>
          </ac:spMkLst>
        </pc:spChg>
        <pc:spChg chg="add mod">
          <ac:chgData name="Zack Taebel" userId="2dd1254fd5968e35" providerId="LiveId" clId="{A9EC152B-E660-4FE4-B34F-64378E9BBD0A}" dt="2026-09-14T19:50:48.820" v="12526" actId="208"/>
          <ac:spMkLst>
            <pc:docMk/>
            <pc:sldMk cId="3317939010" sldId="285"/>
            <ac:spMk id="15" creationId="{F236AB52-7D4C-1B1E-ADC2-9B3C7917BCD1}"/>
          </ac:spMkLst>
        </pc:spChg>
        <pc:spChg chg="add mod">
          <ac:chgData name="Zack Taebel" userId="2dd1254fd5968e35" providerId="LiveId" clId="{A9EC152B-E660-4FE4-B34F-64378E9BBD0A}" dt="2026-09-14T19:50:48.820" v="12526" actId="208"/>
          <ac:spMkLst>
            <pc:docMk/>
            <pc:sldMk cId="3317939010" sldId="285"/>
            <ac:spMk id="17" creationId="{327531D4-4B19-2392-3C60-B45FF4CA906C}"/>
          </ac:spMkLst>
        </pc:spChg>
      </pc:sldChg>
      <pc:sldChg chg="modSp add mod ord">
        <pc:chgData name="Zack Taebel" userId="2dd1254fd5968e35" providerId="LiveId" clId="{A9EC152B-E660-4FE4-B34F-64378E9BBD0A}" dt="2026-09-14T21:41:43.207" v="18323" actId="27636"/>
        <pc:sldMkLst>
          <pc:docMk/>
          <pc:sldMk cId="1807992247" sldId="286"/>
        </pc:sldMkLst>
        <pc:spChg chg="mod">
          <ac:chgData name="Zack Taebel" userId="2dd1254fd5968e35" providerId="LiveId" clId="{A9EC152B-E660-4FE4-B34F-64378E9BBD0A}" dt="2026-09-14T21:41:43.207" v="18323" actId="27636"/>
          <ac:spMkLst>
            <pc:docMk/>
            <pc:sldMk cId="1807992247" sldId="286"/>
            <ac:spMk id="3" creationId="{0CE59682-4921-7540-9540-8DE012D38F7E}"/>
          </ac:spMkLst>
        </pc:spChg>
        <pc:spChg chg="mod">
          <ac:chgData name="Zack Taebel" userId="2dd1254fd5968e35" providerId="LiveId" clId="{A9EC152B-E660-4FE4-B34F-64378E9BBD0A}" dt="2026-09-14T19:51:48.500" v="12560" actId="5793"/>
          <ac:spMkLst>
            <pc:docMk/>
            <pc:sldMk cId="1807992247" sldId="286"/>
            <ac:spMk id="7" creationId="{21BA18FF-5BFF-6BFF-1CC1-1502548DC781}"/>
          </ac:spMkLst>
        </pc:spChg>
      </pc:sldChg>
      <pc:sldChg chg="addSp modSp add mod">
        <pc:chgData name="Zack Taebel" userId="2dd1254fd5968e35" providerId="LiveId" clId="{A9EC152B-E660-4FE4-B34F-64378E9BBD0A}" dt="2026-09-14T20:01:01.455" v="13325" actId="20577"/>
        <pc:sldMkLst>
          <pc:docMk/>
          <pc:sldMk cId="2988115420" sldId="287"/>
        </pc:sldMkLst>
        <pc:spChg chg="add mod">
          <ac:chgData name="Zack Taebel" userId="2dd1254fd5968e35" providerId="LiveId" clId="{A9EC152B-E660-4FE4-B34F-64378E9BBD0A}" dt="2026-09-14T19:57:35.874" v="13089" actId="767"/>
          <ac:spMkLst>
            <pc:docMk/>
            <pc:sldMk cId="2988115420" sldId="287"/>
            <ac:spMk id="2" creationId="{697BD101-6DB1-AF17-237A-35592DF1F99E}"/>
          </ac:spMkLst>
        </pc:spChg>
        <pc:spChg chg="mod">
          <ac:chgData name="Zack Taebel" userId="2dd1254fd5968e35" providerId="LiveId" clId="{A9EC152B-E660-4FE4-B34F-64378E9BBD0A}" dt="2026-09-14T20:01:01.455" v="13325" actId="20577"/>
          <ac:spMkLst>
            <pc:docMk/>
            <pc:sldMk cId="2988115420" sldId="287"/>
            <ac:spMk id="3" creationId="{8598E20B-0A58-B9E7-A796-A4AF143BAE75}"/>
          </ac:spMkLst>
        </pc:spChg>
        <pc:spChg chg="mod">
          <ac:chgData name="Zack Taebel" userId="2dd1254fd5968e35" providerId="LiveId" clId="{A9EC152B-E660-4FE4-B34F-64378E9BBD0A}" dt="2026-09-14T19:56:17.993" v="12985" actId="20577"/>
          <ac:spMkLst>
            <pc:docMk/>
            <pc:sldMk cId="2988115420" sldId="287"/>
            <ac:spMk id="7" creationId="{9625E6FE-CD0A-D47F-E01E-8847226DCAB0}"/>
          </ac:spMkLst>
        </pc:spChg>
      </pc:sldChg>
      <pc:sldChg chg="addSp delSp modSp add mod">
        <pc:chgData name="Zack Taebel" userId="2dd1254fd5968e35" providerId="LiveId" clId="{A9EC152B-E660-4FE4-B34F-64378E9BBD0A}" dt="2026-09-14T21:44:51.640" v="18383" actId="403"/>
        <pc:sldMkLst>
          <pc:docMk/>
          <pc:sldMk cId="1744331872" sldId="288"/>
        </pc:sldMkLst>
        <pc:spChg chg="add del mod">
          <ac:chgData name="Zack Taebel" userId="2dd1254fd5968e35" providerId="LiveId" clId="{A9EC152B-E660-4FE4-B34F-64378E9BBD0A}" dt="2026-09-14T20:09:03.512" v="13676" actId="478"/>
          <ac:spMkLst>
            <pc:docMk/>
            <pc:sldMk cId="1744331872" sldId="288"/>
            <ac:spMk id="2" creationId="{25272A00-0EF1-EF8E-A52A-D13E35E75FB8}"/>
          </ac:spMkLst>
        </pc:spChg>
        <pc:spChg chg="mod">
          <ac:chgData name="Zack Taebel" userId="2dd1254fd5968e35" providerId="LiveId" clId="{A9EC152B-E660-4FE4-B34F-64378E9BBD0A}" dt="2026-09-14T21:44:51.640" v="18383" actId="403"/>
          <ac:spMkLst>
            <pc:docMk/>
            <pc:sldMk cId="1744331872" sldId="288"/>
            <ac:spMk id="3" creationId="{8B2CFB8D-73B2-6099-18A4-FEC5FECD8779}"/>
          </ac:spMkLst>
        </pc:spChg>
        <pc:spChg chg="add mod">
          <ac:chgData name="Zack Taebel" userId="2dd1254fd5968e35" providerId="LiveId" clId="{A9EC152B-E660-4FE4-B34F-64378E9BBD0A}" dt="2026-09-14T20:09:39.161" v="13696" actId="403"/>
          <ac:spMkLst>
            <pc:docMk/>
            <pc:sldMk cId="1744331872" sldId="288"/>
            <ac:spMk id="4" creationId="{D14D6217-2A5F-3E3C-9599-B9B3DB763237}"/>
          </ac:spMkLst>
        </pc:spChg>
      </pc:sldChg>
      <pc:sldChg chg="delSp modSp add mod">
        <pc:chgData name="Zack Taebel" userId="2dd1254fd5968e35" providerId="LiveId" clId="{A9EC152B-E660-4FE4-B34F-64378E9BBD0A}" dt="2026-09-14T20:15:56.589" v="14238" actId="113"/>
        <pc:sldMkLst>
          <pc:docMk/>
          <pc:sldMk cId="731507883" sldId="289"/>
        </pc:sldMkLst>
        <pc:spChg chg="mod">
          <ac:chgData name="Zack Taebel" userId="2dd1254fd5968e35" providerId="LiveId" clId="{A9EC152B-E660-4FE4-B34F-64378E9BBD0A}" dt="2026-09-14T20:15:56.589" v="14238" actId="113"/>
          <ac:spMkLst>
            <pc:docMk/>
            <pc:sldMk cId="731507883" sldId="289"/>
            <ac:spMk id="3" creationId="{A10E8A32-205D-7EEE-E79C-A4C865675C5B}"/>
          </ac:spMkLst>
        </pc:spChg>
        <pc:spChg chg="del mod">
          <ac:chgData name="Zack Taebel" userId="2dd1254fd5968e35" providerId="LiveId" clId="{A9EC152B-E660-4FE4-B34F-64378E9BBD0A}" dt="2026-09-14T20:15:15.128" v="14132" actId="478"/>
          <ac:spMkLst>
            <pc:docMk/>
            <pc:sldMk cId="731507883" sldId="289"/>
            <ac:spMk id="4" creationId="{0C2F96F5-6297-EA2A-12C8-1F18F6B64474}"/>
          </ac:spMkLst>
        </pc:spChg>
        <pc:spChg chg="mod">
          <ac:chgData name="Zack Taebel" userId="2dd1254fd5968e35" providerId="LiveId" clId="{A9EC152B-E660-4FE4-B34F-64378E9BBD0A}" dt="2026-09-14T20:11:46.891" v="13750" actId="313"/>
          <ac:spMkLst>
            <pc:docMk/>
            <pc:sldMk cId="731507883" sldId="289"/>
            <ac:spMk id="7" creationId="{759F8F8D-A983-3D4F-96FC-6CC266C4E811}"/>
          </ac:spMkLst>
        </pc:spChg>
      </pc:sldChg>
      <pc:sldChg chg="delSp modSp add mod">
        <pc:chgData name="Zack Taebel" userId="2dd1254fd5968e35" providerId="LiveId" clId="{A9EC152B-E660-4FE4-B34F-64378E9BBD0A}" dt="2026-09-14T20:31:43.724" v="14967" actId="403"/>
        <pc:sldMkLst>
          <pc:docMk/>
          <pc:sldMk cId="3238980501" sldId="290"/>
        </pc:sldMkLst>
        <pc:spChg chg="mod">
          <ac:chgData name="Zack Taebel" userId="2dd1254fd5968e35" providerId="LiveId" clId="{A9EC152B-E660-4FE4-B34F-64378E9BBD0A}" dt="2026-09-14T20:31:43.724" v="14967" actId="403"/>
          <ac:spMkLst>
            <pc:docMk/>
            <pc:sldMk cId="3238980501" sldId="290"/>
            <ac:spMk id="3" creationId="{13F8F4D9-B140-ECAF-909D-ED09D686AA57}"/>
          </ac:spMkLst>
        </pc:spChg>
        <pc:spChg chg="del">
          <ac:chgData name="Zack Taebel" userId="2dd1254fd5968e35" providerId="LiveId" clId="{A9EC152B-E660-4FE4-B34F-64378E9BBD0A}" dt="2026-09-14T20:26:25.498" v="14394" actId="478"/>
          <ac:spMkLst>
            <pc:docMk/>
            <pc:sldMk cId="3238980501" sldId="290"/>
            <ac:spMk id="4" creationId="{501C14A1-7EFF-ECEB-F8FF-E2038BA56D85}"/>
          </ac:spMkLst>
        </pc:spChg>
        <pc:spChg chg="del">
          <ac:chgData name="Zack Taebel" userId="2dd1254fd5968e35" providerId="LiveId" clId="{A9EC152B-E660-4FE4-B34F-64378E9BBD0A}" dt="2026-09-14T20:26:26.623" v="14395" actId="478"/>
          <ac:spMkLst>
            <pc:docMk/>
            <pc:sldMk cId="3238980501" sldId="290"/>
            <ac:spMk id="5" creationId="{B6AF8EBD-EA02-C909-4964-A23668565599}"/>
          </ac:spMkLst>
        </pc:spChg>
        <pc:spChg chg="del">
          <ac:chgData name="Zack Taebel" userId="2dd1254fd5968e35" providerId="LiveId" clId="{A9EC152B-E660-4FE4-B34F-64378E9BBD0A}" dt="2026-09-14T20:26:28.709" v="14397" actId="478"/>
          <ac:spMkLst>
            <pc:docMk/>
            <pc:sldMk cId="3238980501" sldId="290"/>
            <ac:spMk id="7" creationId="{6BDEBD90-A8A5-7663-3024-11062362D31F}"/>
          </ac:spMkLst>
        </pc:spChg>
        <pc:spChg chg="del">
          <ac:chgData name="Zack Taebel" userId="2dd1254fd5968e35" providerId="LiveId" clId="{A9EC152B-E660-4FE4-B34F-64378E9BBD0A}" dt="2026-09-14T20:26:29.690" v="14398" actId="478"/>
          <ac:spMkLst>
            <pc:docMk/>
            <pc:sldMk cId="3238980501" sldId="290"/>
            <ac:spMk id="9" creationId="{4E80C29A-731B-192E-C542-EA3FF57BBDC0}"/>
          </ac:spMkLst>
        </pc:spChg>
        <pc:spChg chg="del">
          <ac:chgData name="Zack Taebel" userId="2dd1254fd5968e35" providerId="LiveId" clId="{A9EC152B-E660-4FE4-B34F-64378E9BBD0A}" dt="2026-09-14T20:26:27.342" v="14396" actId="478"/>
          <ac:spMkLst>
            <pc:docMk/>
            <pc:sldMk cId="3238980501" sldId="290"/>
            <ac:spMk id="10" creationId="{9360FD3F-CB51-8DDD-100E-6A6A4BD1BD57}"/>
          </ac:spMkLst>
        </pc:spChg>
      </pc:sldChg>
      <pc:sldChg chg="modSp add mod ord">
        <pc:chgData name="Zack Taebel" userId="2dd1254fd5968e35" providerId="LiveId" clId="{A9EC152B-E660-4FE4-B34F-64378E9BBD0A}" dt="2026-09-14T20:59:05.464" v="17136" actId="20577"/>
        <pc:sldMkLst>
          <pc:docMk/>
          <pc:sldMk cId="2260408727" sldId="291"/>
        </pc:sldMkLst>
        <pc:spChg chg="mod">
          <ac:chgData name="Zack Taebel" userId="2dd1254fd5968e35" providerId="LiveId" clId="{A9EC152B-E660-4FE4-B34F-64378E9BBD0A}" dt="2026-09-14T20:59:05.464" v="17136" actId="20577"/>
          <ac:spMkLst>
            <pc:docMk/>
            <pc:sldMk cId="2260408727" sldId="291"/>
            <ac:spMk id="3" creationId="{809FCA81-A50A-C478-91DA-94D5302D9448}"/>
          </ac:spMkLst>
        </pc:spChg>
        <pc:spChg chg="mod">
          <ac:chgData name="Zack Taebel" userId="2dd1254fd5968e35" providerId="LiveId" clId="{A9EC152B-E660-4FE4-B34F-64378E9BBD0A}" dt="2026-09-14T20:32:30.382" v="14996" actId="208"/>
          <ac:spMkLst>
            <pc:docMk/>
            <pc:sldMk cId="2260408727" sldId="291"/>
            <ac:spMk id="12" creationId="{C854855D-D70C-A63D-F2A9-93CF4D6F8CD7}"/>
          </ac:spMkLst>
        </pc:spChg>
      </pc:sldChg>
      <pc:sldChg chg="modSp add mod">
        <pc:chgData name="Zack Taebel" userId="2dd1254fd5968e35" providerId="LiveId" clId="{A9EC152B-E660-4FE4-B34F-64378E9BBD0A}" dt="2026-09-14T20:45:11.909" v="16192" actId="208"/>
        <pc:sldMkLst>
          <pc:docMk/>
          <pc:sldMk cId="3459550492" sldId="292"/>
        </pc:sldMkLst>
        <pc:spChg chg="mod">
          <ac:chgData name="Zack Taebel" userId="2dd1254fd5968e35" providerId="LiveId" clId="{A9EC152B-E660-4FE4-B34F-64378E9BBD0A}" dt="2026-09-14T20:44:59.991" v="16191" actId="20577"/>
          <ac:spMkLst>
            <pc:docMk/>
            <pc:sldMk cId="3459550492" sldId="292"/>
            <ac:spMk id="3" creationId="{707976D3-63E7-AA9E-1C88-5CFA25DF34C2}"/>
          </ac:spMkLst>
        </pc:spChg>
        <pc:spChg chg="mod">
          <ac:chgData name="Zack Taebel" userId="2dd1254fd5968e35" providerId="LiveId" clId="{A9EC152B-E660-4FE4-B34F-64378E9BBD0A}" dt="2026-09-14T20:45:11.909" v="16192" actId="208"/>
          <ac:spMkLst>
            <pc:docMk/>
            <pc:sldMk cId="3459550492" sldId="292"/>
            <ac:spMk id="12" creationId="{45FB9BCD-077C-9CD8-0A06-3B95D5248F3C}"/>
          </ac:spMkLst>
        </pc:spChg>
      </pc:sldChg>
      <pc:sldChg chg="addSp modSp add mod">
        <pc:chgData name="Zack Taebel" userId="2dd1254fd5968e35" providerId="LiveId" clId="{A9EC152B-E660-4FE4-B34F-64378E9BBD0A}" dt="2026-09-14T21:01:14.871" v="17205" actId="27636"/>
        <pc:sldMkLst>
          <pc:docMk/>
          <pc:sldMk cId="511574521" sldId="293"/>
        </pc:sldMkLst>
        <pc:spChg chg="add mod">
          <ac:chgData name="Zack Taebel" userId="2dd1254fd5968e35" providerId="LiveId" clId="{A9EC152B-E660-4FE4-B34F-64378E9BBD0A}" dt="2026-09-14T21:01:14.871" v="17205" actId="27636"/>
          <ac:spMkLst>
            <pc:docMk/>
            <pc:sldMk cId="511574521" sldId="293"/>
            <ac:spMk id="2" creationId="{2B2A7233-A08A-DD1B-44F9-818EFED8B71B}"/>
          </ac:spMkLst>
        </pc:spChg>
        <pc:spChg chg="mod">
          <ac:chgData name="Zack Taebel" userId="2dd1254fd5968e35" providerId="LiveId" clId="{A9EC152B-E660-4FE4-B34F-64378E9BBD0A}" dt="2026-09-14T21:00:35.953" v="17168" actId="20577"/>
          <ac:spMkLst>
            <pc:docMk/>
            <pc:sldMk cId="511574521" sldId="293"/>
            <ac:spMk id="3" creationId="{4E291BB7-2A07-F765-6BAB-55706495FD8D}"/>
          </ac:spMkLst>
        </pc:spChg>
      </pc:sldChg>
      <pc:sldChg chg="delSp modSp add mod">
        <pc:chgData name="Zack Taebel" userId="2dd1254fd5968e35" providerId="LiveId" clId="{A9EC152B-E660-4FE4-B34F-64378E9BBD0A}" dt="2026-09-14T21:12:24.129" v="18285" actId="403"/>
        <pc:sldMkLst>
          <pc:docMk/>
          <pc:sldMk cId="357836554" sldId="294"/>
        </pc:sldMkLst>
        <pc:spChg chg="del">
          <ac:chgData name="Zack Taebel" userId="2dd1254fd5968e35" providerId="LiveId" clId="{A9EC152B-E660-4FE4-B34F-64378E9BBD0A}" dt="2026-09-14T20:54:30.622" v="16904" actId="478"/>
          <ac:spMkLst>
            <pc:docMk/>
            <pc:sldMk cId="357836554" sldId="294"/>
            <ac:spMk id="2" creationId="{7AA94005-4673-386F-B239-D600F6A5AF58}"/>
          </ac:spMkLst>
        </pc:spChg>
        <pc:spChg chg="mod">
          <ac:chgData name="Zack Taebel" userId="2dd1254fd5968e35" providerId="LiveId" clId="{A9EC152B-E660-4FE4-B34F-64378E9BBD0A}" dt="2026-09-14T21:12:24.129" v="18285" actId="403"/>
          <ac:spMkLst>
            <pc:docMk/>
            <pc:sldMk cId="357836554" sldId="294"/>
            <ac:spMk id="3" creationId="{27B85325-B11E-C51B-5506-2EBB8744827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53C832-3046-464E-B326-972185A55203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701E45-8DDC-411C-A4CF-15EFCEEEA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4882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701E45-8DDC-411C-A4CF-15EFCEEEA78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9809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BCC4DC-B635-7C5D-8C15-D72F12095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8A51F9-FBBF-1F77-33DE-20CA883C6A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0E203A-68D8-90A6-0940-6E0FFA7D7E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CF19BC-67AD-47FE-4633-0CEAD68DF9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701E45-8DDC-411C-A4CF-15EFCEEEA78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2319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701E45-8DDC-411C-A4CF-15EFCEEEA78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184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372D6A-1A3F-CCAA-A05F-E0485BFFF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25C728-69E1-8ED3-8AB3-591FEB35DE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81F352-09C5-9020-B8BA-694014B501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829DE3-7A43-0B71-D10F-C4583FE549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701E45-8DDC-411C-A4CF-15EFCEEEA78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6282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BFC95-552A-6647-711C-5CC248EFED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D1F27A-DDD5-B706-9A48-5C8DB217FE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1293D7-5DD9-D550-1984-E9D801CA9D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C8483-3F28-4DE7-8615-8A59EB6F4B26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D126F8-8687-E9DC-799C-A920F4268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581C41-C358-93DE-CA62-4408DE227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18A14-4A16-4062-921B-D5C9509489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4167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349CC-5E8D-B865-1401-729A4D3D7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3CBE8E-8ECF-1332-8725-5BADBD74A2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2B7448-0012-3DE5-250A-E1F356DE1D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C8483-3F28-4DE7-8615-8A59EB6F4B26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437D53-03AB-310F-6E8D-EC56EBE82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D010B3-48D7-0615-7032-4CE8E5BC4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18A14-4A16-4062-921B-D5C9509489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4116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3C99A-B711-8706-1EF9-157D12536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1477BC-D03F-34D5-546C-554AE0C3F1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653DBA-E1FE-9EC6-8171-C89B133A8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C8483-3F28-4DE7-8615-8A59EB6F4B26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57A8B3-06A9-ABFA-3908-86CC21A14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EDC9E6-6436-B275-E1D6-EECCB1A7A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18A14-4A16-4062-921B-D5C9509489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8861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56CEE-8DE9-16B0-4337-3C8233EF8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88EBE9-4A96-5D84-5723-6244D93E31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4F54F0-7433-1500-5BF7-30583EA34C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A1E75F-C5E0-11B6-4AD5-6EB7AD652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C8483-3F28-4DE7-8615-8A59EB6F4B26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680F23-5ADD-A4B8-F10B-84DDD897C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1EFDD0-0194-EA0A-3556-57F3F3647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18A14-4A16-4062-921B-D5C9509489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5592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706D9-7A3B-AB70-90AA-CA0C7CF1D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A42E8A-237E-8E2F-FF68-6218E51C18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EA6436-9DE8-B28D-9F23-C2B7CB3D95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913D4A-2587-94C5-E42D-56BA41FCF2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62D1D3-1BA2-D862-4AFF-41E3F2A176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DD969D-1C9B-70EE-D142-580FA0CC2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C8483-3F28-4DE7-8615-8A59EB6F4B26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04BBD1D-EB9D-12CF-56D4-F9AEB0CED4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9BE8C7-49B4-68A7-7134-2B3C20F28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18A14-4A16-4062-921B-D5C9509489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015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BD296-7906-78C7-27C5-CE4C93359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2BB003-D4BD-48FC-3C53-BA1E39751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C8483-3F28-4DE7-8615-8A59EB6F4B26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83C1D8-3630-BC8D-0576-BAA6D557E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751EEF-8879-E0F2-844B-18D68B4F4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18A14-4A16-4062-921B-D5C9509489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9755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2D4282-C970-38D2-3F94-40302E3A3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C8483-3F28-4DE7-8615-8A59EB6F4B26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DACCDA-0DD8-0D94-8057-5FCE1F293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D2770C-1867-8698-F73D-52D1F83EB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18A14-4A16-4062-921B-D5C9509489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9504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3218E-0C71-2A3E-C78C-E02FD546F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7CB274-EA82-F1B4-BE4B-662CC78D49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373731-5A6F-D065-6876-6C6688D0AF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81C4F7-BEBB-C94D-8DDD-EB9DC7ABA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C8483-3F28-4DE7-8615-8A59EB6F4B26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038941-8C59-C875-D688-5AB29124C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BAD6F0-AB92-CF23-3D48-EC60C8B76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18A14-4A16-4062-921B-D5C9509489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61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3E7E3-B9A8-A969-73BD-45B0E4767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07A409-3605-4A37-0547-1E12E03EB8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555B85-3C2E-6810-71D3-1207BC3F22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CC3A0A-09E2-79D4-8668-2C4CA9CB8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C8483-3F28-4DE7-8615-8A59EB6F4B26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5EF199-455C-0FAB-E47A-9ADBD4DD1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7376D2-1DA9-EF01-DFC2-801A3A923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18A14-4A16-4062-921B-D5C9509489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4811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07EC6-38E1-F64C-9A3F-57BA0B167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63E7C3-3DC8-60FF-4E4F-1D13EEDE65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C25C4F-826E-987F-FBDE-4FC2A3A2B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C8483-3F28-4DE7-8615-8A59EB6F4B26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66FF41-49F5-5C02-EE7B-4CE651CDF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4F2C90-4622-27C6-909D-CFBFC5435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18A14-4A16-4062-921B-D5C9509489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32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6DED4DA-8C09-1FDF-7D11-1F6435A826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AB2BD7-728F-B58E-EF2B-1BC5BA5626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1396D5-365C-0613-2549-C26BCB267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C8483-3F28-4DE7-8615-8A59EB6F4B26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6747F6-D1E0-09F3-66A5-9A44249D1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7A24BE-BCDF-709C-F012-15486DE10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18A14-4A16-4062-921B-D5C9509489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831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A158C2-7EF1-33EA-9150-DB7DDB2F1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66B624-C6D1-5343-8A46-3B839776A1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40687A-5D80-440D-22E4-5CBC455C1D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EC8483-3F28-4DE7-8615-8A59EB6F4B26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1F7A52-899A-C8B2-1527-ACBCFD8EEC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0BC5D3-0EF6-70EE-4496-581CCFA9A3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518A14-4A16-4062-921B-D5C9509489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06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5D6DD-A1B3-9ADC-63EC-90A9A2B39F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09541"/>
            <a:ext cx="9144000" cy="2387600"/>
          </a:xfrm>
        </p:spPr>
        <p:txBody>
          <a:bodyPr anchor="ctr">
            <a:normAutofit/>
          </a:bodyPr>
          <a:lstStyle/>
          <a:p>
            <a:r>
              <a:rPr lang="en-US" sz="8000" dirty="0">
                <a:latin typeface="Gill Sans Nova" panose="020B0602020104020203" pitchFamily="34" charset="0"/>
              </a:rPr>
              <a:t>Intro To Statistics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CA7575-6F60-8064-E9E6-6277A06F3F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21022"/>
            <a:ext cx="9144000" cy="1655762"/>
          </a:xfrm>
        </p:spPr>
        <p:txBody>
          <a:bodyPr/>
          <a:lstStyle/>
          <a:p>
            <a:r>
              <a:rPr lang="en-US" dirty="0"/>
              <a:t>Zachary Taebel</a:t>
            </a:r>
          </a:p>
          <a:p>
            <a:r>
              <a:rPr lang="en-US" dirty="0"/>
              <a:t>September 15, 2026</a:t>
            </a:r>
          </a:p>
        </p:txBody>
      </p:sp>
    </p:spTree>
    <p:extLst>
      <p:ext uri="{BB962C8B-B14F-4D97-AF65-F5344CB8AC3E}">
        <p14:creationId xmlns:p14="http://schemas.microsoft.com/office/powerpoint/2010/main" val="13698810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03547-3085-6815-3ACE-80243D3FD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43545"/>
          </a:xfrm>
          <a:ln w="38100">
            <a:solidFill>
              <a:srgbClr val="002060"/>
            </a:solidFill>
          </a:ln>
        </p:spPr>
        <p:txBody>
          <a:bodyPr/>
          <a:lstStyle/>
          <a:p>
            <a:pPr algn="ctr"/>
            <a:r>
              <a:rPr lang="en-US" dirty="0">
                <a:latin typeface="Mongolian Baiti" panose="03000500000000000000" pitchFamily="66" charset="0"/>
                <a:cs typeface="Mongolian Baiti" panose="03000500000000000000" pitchFamily="66" charset="0"/>
              </a:rPr>
              <a:t>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3A5715-2CD3-B3A5-2502-EC04916DCA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latin typeface="Mongolian Baiti" panose="03000500000000000000" pitchFamily="66" charset="0"/>
                <a:cs typeface="Mongolian Baiti" panose="03000500000000000000" pitchFamily="66" charset="0"/>
              </a:rPr>
              <a:t>Why do we need statistics in oceanography?</a:t>
            </a:r>
          </a:p>
          <a:p>
            <a:endParaRPr lang="en-US" dirty="0">
              <a:latin typeface="Mongolian Baiti" panose="03000500000000000000" pitchFamily="66" charset="0"/>
              <a:cs typeface="Mongolian Baiti" panose="03000500000000000000" pitchFamily="66" charset="0"/>
            </a:endParaRPr>
          </a:p>
          <a:p>
            <a:r>
              <a:rPr lang="en-US" dirty="0">
                <a:latin typeface="Mongolian Baiti" panose="03000500000000000000" pitchFamily="66" charset="0"/>
                <a:cs typeface="Mongolian Baiti" panose="03000500000000000000" pitchFamily="66" charset="0"/>
              </a:rPr>
              <a:t>Probability </a:t>
            </a:r>
          </a:p>
          <a:p>
            <a:endParaRPr lang="en-US" dirty="0">
              <a:latin typeface="Mongolian Baiti" panose="03000500000000000000" pitchFamily="66" charset="0"/>
              <a:cs typeface="Mongolian Baiti" panose="03000500000000000000" pitchFamily="66" charset="0"/>
            </a:endParaRPr>
          </a:p>
          <a:p>
            <a:r>
              <a:rPr lang="en-US" dirty="0">
                <a:latin typeface="Mongolian Baiti" panose="03000500000000000000" pitchFamily="66" charset="0"/>
                <a:cs typeface="Mongolian Baiti" panose="03000500000000000000" pitchFamily="66" charset="0"/>
              </a:rPr>
              <a:t>Random variables</a:t>
            </a:r>
          </a:p>
          <a:p>
            <a:endParaRPr lang="en-US" dirty="0">
              <a:latin typeface="Mongolian Baiti" panose="03000500000000000000" pitchFamily="66" charset="0"/>
              <a:cs typeface="Mongolian Baiti" panose="03000500000000000000" pitchFamily="66" charset="0"/>
            </a:endParaRPr>
          </a:p>
          <a:p>
            <a:r>
              <a:rPr lang="en-US" dirty="0">
                <a:latin typeface="Mongolian Baiti" panose="03000500000000000000" pitchFamily="66" charset="0"/>
                <a:cs typeface="Mongolian Baiti" panose="03000500000000000000" pitchFamily="66" charset="0"/>
              </a:rPr>
              <a:t>Probability distributions</a:t>
            </a:r>
          </a:p>
          <a:p>
            <a:endParaRPr lang="en-US" dirty="0">
              <a:latin typeface="Mongolian Baiti" panose="03000500000000000000" pitchFamily="66" charset="0"/>
              <a:cs typeface="Mongolian Baiti" panose="03000500000000000000" pitchFamily="66" charset="0"/>
            </a:endParaRPr>
          </a:p>
          <a:p>
            <a:r>
              <a:rPr lang="en-US" dirty="0">
                <a:latin typeface="Mongolian Baiti" panose="03000500000000000000" pitchFamily="66" charset="0"/>
                <a:cs typeface="Mongolian Baiti" panose="03000500000000000000" pitchFamily="66" charset="0"/>
              </a:rPr>
              <a:t>Empirical and theoretical statistics </a:t>
            </a:r>
          </a:p>
          <a:p>
            <a:endParaRPr lang="en-US" dirty="0">
              <a:latin typeface="Mongolian Baiti" panose="03000500000000000000" pitchFamily="66" charset="0"/>
              <a:cs typeface="Mongolian Baiti" panose="03000500000000000000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32645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118D39-9459-8511-CB34-A096ECE1F8F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At some level we might expect the ocean to be fully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deterministic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If we know the system at some time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then we should know what it will be later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However, we 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never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exactly know the system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Two issues:</a:t>
                </a:r>
              </a:p>
              <a:p>
                <a:pPr lvl="1"/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First is the amount of information we would need</a:t>
                </a:r>
              </a:p>
              <a:p>
                <a:pPr lvl="1"/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Second is the accuracy by which we collect information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118D39-9459-8511-CB34-A096ECE1F8F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r="-11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FDEF0B4F-5B4C-497E-D9A3-8835B4F2B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43545"/>
          </a:xfrm>
          <a:ln w="38100">
            <a:solidFill>
              <a:srgbClr val="002060"/>
            </a:solidFill>
          </a:ln>
        </p:spPr>
        <p:txBody>
          <a:bodyPr/>
          <a:lstStyle/>
          <a:p>
            <a:pPr algn="ctr"/>
            <a:r>
              <a:rPr lang="en-US" dirty="0">
                <a:latin typeface="Mongolian Baiti" panose="03000500000000000000" pitchFamily="66" charset="0"/>
                <a:cs typeface="Mongolian Baiti" panose="03000500000000000000" pitchFamily="66" charset="0"/>
              </a:rPr>
              <a:t>Why do we need statistics in oceanography?</a:t>
            </a:r>
          </a:p>
        </p:txBody>
      </p:sp>
    </p:spTree>
    <p:extLst>
      <p:ext uri="{BB962C8B-B14F-4D97-AF65-F5344CB8AC3E}">
        <p14:creationId xmlns:p14="http://schemas.microsoft.com/office/powerpoint/2010/main" val="18712508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402DA-190A-1CE8-32B3-58ACBBD4D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24C2CA-6A33-6459-C40A-AABC6BB3B80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Assuming the ocean has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1.4×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24</m:t>
                        </m:r>
                      </m:sup>
                    </m:sSup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grams of water, there are approximately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4.7×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47</m:t>
                        </m:r>
                      </m:sup>
                    </m:sSup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water molecules</a:t>
                </a:r>
              </a:p>
              <a:p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Let’s say all we need is the position and velocity of each molecule at time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That’s 6 degrees of freedom per molecule, so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2.8×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47</m:t>
                        </m:r>
                      </m:sup>
                    </m:sSup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numbers</a:t>
                </a:r>
              </a:p>
              <a:p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Assume we use single precision (4 bytes per number) and laptops with 16GB RAM. We need over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37</m:t>
                        </m:r>
                      </m:sup>
                    </m:sSup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laptops!</a:t>
                </a:r>
              </a:p>
              <a:p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24C2CA-6A33-6459-C40A-AABC6BB3B80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r="-1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4DB82987-8F51-8185-7DC5-FB7AAF362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43545"/>
          </a:xfrm>
          <a:ln w="38100">
            <a:solidFill>
              <a:srgbClr val="002060"/>
            </a:solidFill>
          </a:ln>
        </p:spPr>
        <p:txBody>
          <a:bodyPr/>
          <a:lstStyle/>
          <a:p>
            <a:pPr algn="ctr"/>
            <a:r>
              <a:rPr lang="en-US" dirty="0">
                <a:latin typeface="Mongolian Baiti" panose="03000500000000000000" pitchFamily="66" charset="0"/>
                <a:cs typeface="Mongolian Baiti" panose="03000500000000000000" pitchFamily="66" charset="0"/>
              </a:rPr>
              <a:t>How much information do we need?</a:t>
            </a:r>
          </a:p>
        </p:txBody>
      </p:sp>
    </p:spTree>
    <p:extLst>
      <p:ext uri="{BB962C8B-B14F-4D97-AF65-F5344CB8AC3E}">
        <p14:creationId xmlns:p14="http://schemas.microsoft.com/office/powerpoint/2010/main" val="26334730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04D619-5122-BE4F-2513-B505E4230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337A57-BACE-469C-464E-8D98BB7F4D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instruments and computers can only be so precise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Observations will be biased by noise, drift, resolution,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Often unclear what is signal vs what is noise</a:t>
            </a:r>
          </a:p>
          <a:p>
            <a:pPr lvl="1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Necessary post-processing can introduce artificial biases.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E.g. interpolation is a low-pass filter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 story short, the data we do collect are approximations of true values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80D6EF9-F3D3-A87B-80AD-3B28C0DF1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43545"/>
          </a:xfrm>
          <a:ln w="38100">
            <a:solidFill>
              <a:srgbClr val="002060"/>
            </a:solidFill>
          </a:ln>
        </p:spPr>
        <p:txBody>
          <a:bodyPr/>
          <a:lstStyle/>
          <a:p>
            <a:pPr algn="ctr"/>
            <a:r>
              <a:rPr lang="en-US" dirty="0">
                <a:latin typeface="Mongolian Baiti" panose="03000500000000000000" pitchFamily="66" charset="0"/>
                <a:cs typeface="Mongolian Baiti" panose="03000500000000000000" pitchFamily="66" charset="0"/>
              </a:rPr>
              <a:t>How accurate is the information we obtain?</a:t>
            </a:r>
          </a:p>
        </p:txBody>
      </p:sp>
    </p:spTree>
    <p:extLst>
      <p:ext uri="{BB962C8B-B14F-4D97-AF65-F5344CB8AC3E}">
        <p14:creationId xmlns:p14="http://schemas.microsoft.com/office/powerpoint/2010/main" val="14912264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A9E2B6-9367-68D2-53AF-78442D8C2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6AECF-8FB3-2A6F-75E2-E92A2384A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Analogy: </a:t>
            </a:r>
            <a:r>
              <a:rPr lang="en-US" dirty="0" err="1"/>
              <a:t>Plinko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8C0767-1449-6FB1-C922-2018690EC1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250" y="1863725"/>
            <a:ext cx="5257800" cy="4351338"/>
          </a:xfrm>
        </p:spPr>
        <p:txBody>
          <a:bodyPr/>
          <a:lstStyle/>
          <a:p>
            <a:r>
              <a:rPr lang="en-US" dirty="0"/>
              <a:t>Imagine we are tracking a parcel of fluid moving through the ocean</a:t>
            </a:r>
          </a:p>
          <a:p>
            <a:r>
              <a:rPr lang="en-US" dirty="0"/>
              <a:t>This parcel “collides” with other parcels, causing its trajectory to change</a:t>
            </a:r>
          </a:p>
          <a:p>
            <a:r>
              <a:rPr lang="en-US" dirty="0"/>
              <a:t>If we could perfectly capture all parcels in its way, we could determine exactly what its trajectory will be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1FF8AD5-6F08-EC79-97B9-A055D6FF8805}"/>
              </a:ext>
            </a:extLst>
          </p:cNvPr>
          <p:cNvGrpSpPr>
            <a:grpSpLocks noChangeAspect="1"/>
          </p:cNvGrpSpPr>
          <p:nvPr/>
        </p:nvGrpSpPr>
        <p:grpSpPr>
          <a:xfrm>
            <a:off x="7886698" y="0"/>
            <a:ext cx="3952875" cy="6887965"/>
            <a:chOff x="1223223" y="400387"/>
            <a:chExt cx="3334055" cy="6350581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F5EF3ED4-2441-8ECF-E0B4-ACC20CF09E6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23223" y="400387"/>
              <a:ext cx="3334055" cy="6350581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DCDA6AF2-21C9-AAAF-3302-02F4E9EFEB4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76313" y="1885861"/>
              <a:ext cx="2427878" cy="3524339"/>
            </a:xfrm>
            <a:prstGeom prst="rect">
              <a:avLst/>
            </a:prstGeom>
          </p:spPr>
        </p:pic>
      </p:grpSp>
      <p:sp>
        <p:nvSpPr>
          <p:cNvPr id="7" name="Cloud 6">
            <a:extLst>
              <a:ext uri="{FF2B5EF4-FFF2-40B4-BE49-F238E27FC236}">
                <a16:creationId xmlns:a16="http://schemas.microsoft.com/office/drawing/2014/main" id="{965EFDE3-D5B6-67E6-3299-092600E56F86}"/>
              </a:ext>
            </a:extLst>
          </p:cNvPr>
          <p:cNvSpPr/>
          <p:nvPr/>
        </p:nvSpPr>
        <p:spPr>
          <a:xfrm>
            <a:off x="9817893" y="917971"/>
            <a:ext cx="234234" cy="219869"/>
          </a:xfrm>
          <a:prstGeom prst="cloud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7C93378-4E26-8F99-4A55-F4D230DE9BA9}"/>
              </a:ext>
            </a:extLst>
          </p:cNvPr>
          <p:cNvCxnSpPr/>
          <p:nvPr/>
        </p:nvCxnSpPr>
        <p:spPr>
          <a:xfrm flipH="1">
            <a:off x="9772649" y="1171449"/>
            <a:ext cx="90487" cy="392768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8FD1CA4-EBE7-29A8-DFCD-73A1C82D62BD}"/>
                  </a:ext>
                </a:extLst>
              </p:cNvPr>
              <p:cNvSpPr txBox="1"/>
              <p:nvPr/>
            </p:nvSpPr>
            <p:spPr>
              <a:xfrm>
                <a:off x="7038975" y="769143"/>
                <a:ext cx="72390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8FD1CA4-EBE7-29A8-DFCD-73A1C82D62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8975" y="769143"/>
                <a:ext cx="723900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A65A4C3-5E9B-FDFE-7E2A-C169185282BA}"/>
                  </a:ext>
                </a:extLst>
              </p:cNvPr>
              <p:cNvSpPr txBox="1"/>
              <p:nvPr/>
            </p:nvSpPr>
            <p:spPr>
              <a:xfrm>
                <a:off x="7038975" y="5569743"/>
                <a:ext cx="72390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A65A4C3-5E9B-FDFE-7E2A-C169185282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8975" y="5569743"/>
                <a:ext cx="723900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0092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78 0.02384 L -0.00078 0.02384 C -0.00169 0.02801 -0.00247 0.03194 -0.00325 0.03634 C -0.00403 0.04074 -0.00468 0.0456 -0.0056 0.05023 C -0.00599 0.05254 -0.00664 0.05463 -0.00716 0.05717 C -0.00742 0.05926 -0.00742 0.0618 -0.00794 0.06412 C -0.00846 0.06643 -0.00937 0.06875 -0.01028 0.07106 C -0.01171 0.075 -0.01302 0.07824 -0.01497 0.08217 C -0.01562 0.08356 -0.01653 0.08495 -0.01731 0.08634 C -0.01888 0.09305 -0.01901 0.09282 -0.01966 0.10023 C -0.01992 0.10417 -0.01992 0.10856 -0.02044 0.11273 C -0.0207 0.11458 -0.02148 0.1162 -0.022 0.11829 C -0.02239 0.11991 -0.02252 0.12176 -0.02278 0.12384 C -0.02304 0.12592 -0.02304 0.12847 -0.02356 0.13079 C -0.02382 0.13217 -0.02461 0.13333 -0.02513 0.13495 C -0.02539 0.13611 -0.02552 0.13773 -0.02591 0.13912 C -0.02682 0.1419 -0.02812 0.14444 -0.02903 0.14745 C -0.03229 0.1581 -0.02825 0.15116 -0.03372 0.15856 C -0.03268 0.15903 -0.03164 0.15949 -0.0306 0.15995 C -0.02877 0.16042 -0.02682 0.15995 -0.02513 0.16134 C -0.02096 0.16412 -0.02174 0.16643 -0.01966 0.17106 C -0.01888 0.17245 -0.0181 0.17384 -0.01731 0.17523 C -0.01705 0.17662 -0.01679 0.17801 -0.01653 0.1794 C -0.01536 0.18356 -0.01367 0.19028 -0.01185 0.19467 C -0.01054 0.19745 -0.00924 0.20023 -0.00794 0.20301 C -0.00768 0.20579 -0.00742 0.20856 -0.00716 0.21134 C -0.00677 0.21366 -0.00507 0.22106 -0.00481 0.22245 C -0.00455 0.22569 -0.00286 0.2294 -0.00403 0.23217 C -0.0052 0.23518 -0.00833 0.23426 -0.01028 0.23634 C -0.01185 0.23796 -0.01302 0.24051 -0.01419 0.24329 C -0.01484 0.24491 -0.0151 0.24699 -0.01575 0.24884 C -0.01666 0.25162 -0.01796 0.25417 -0.01888 0.25717 C -0.02031 0.26157 -0.02096 0.2669 -0.02278 0.27106 C -0.03307 0.29398 -0.01927 0.26273 -0.02825 0.28495 C -0.02994 0.28912 -0.03372 0.29745 -0.03372 0.29745 C -0.02786 0.30764 -0.03541 0.29583 -0.02747 0.30301 C -0.02591 0.30417 -0.02487 0.30671 -0.02356 0.30856 C -0.02291 0.32129 -0.02278 0.32569 -0.022 0.33773 C -0.02174 0.34097 -0.02187 0.34444 -0.02122 0.34745 C -0.02083 0.34884 -0.01966 0.3493 -0.01888 0.35023 C -0.01692 0.35694 -0.01666 0.35625 -0.01653 0.36551 C -0.01601 0.38333 -0.01614 0.40162 -0.01575 0.41967 C -0.01549 0.42847 -0.01536 0.42847 -0.01419 0.43495 C -0.01484 0.43542 -0.02122 0.44004 -0.02278 0.4419 C -0.02903 0.4493 -0.02382 0.44629 -0.0306 0.44884 C -0.03216 0.45069 -0.03372 0.45254 -0.03528 0.4544 C -0.03658 0.45579 -0.03789 0.45694 -0.03919 0.45856 C -0.04023 0.45995 -0.04114 0.46134 -0.04231 0.46273 C -0.04609 0.4669 -0.04531 0.46412 -0.04935 0.46967 C -0.05052 0.47106 -0.0513 0.47338 -0.05247 0.47523 C -0.0539 0.47754 -0.0556 0.47963 -0.05716 0.48217 C -0.05872 0.48472 -0.06028 0.48773 -0.06185 0.49051 C -0.06289 0.49236 -0.06406 0.49375 -0.06497 0.49606 L -0.06731 0.50162 C -0.06757 0.5044 -0.06914 0.50764 -0.0681 0.50995 C -0.06627 0.51389 -0.0625 0.51366 -0.06028 0.5169 C -0.05898 0.51875 -0.05755 0.52037 -0.05638 0.52245 C -0.05468 0.525 -0.05364 0.52893 -0.05169 0.53079 L -0.04856 0.53356 C -0.04752 0.53588 -0.0457 0.5375 -0.04544 0.54051 C -0.0414 0.58264 -0.04974 0.56597 -0.04231 0.5794 C -0.04205 0.58588 -0.04244 0.59236 -0.04153 0.59884 C -0.04127 0.60023 -0.03997 0.60046 -0.03919 0.60162 C -0.03815 0.60278 -0.03711 0.6044 -0.03606 0.60579 C -0.03411 0.61921 -0.03476 0.61204 -0.03606 0.63773 C -0.03619 0.64004 -0.03685 0.64213 -0.03685 0.64467 C -0.03711 0.66574 -0.03685 0.68727 -0.03685 0.70856 " pathEditMode="relative" ptsTypes="AAAAAAAAAAAAAAAAAAAAAAAAAAAAAAAAAAAAAAAAAAAAAAAAAAAAAAAAAAAAAAAAAAA">
                                      <p:cBhvr>
                                        <p:cTn id="6" dur="5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8B8CE1-79AC-2079-C6DA-534264D2F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C42AE0EC-8432-3377-7B46-AEC1359F97C1}"/>
              </a:ext>
            </a:extLst>
          </p:cNvPr>
          <p:cNvGrpSpPr>
            <a:grpSpLocks noChangeAspect="1"/>
          </p:cNvGrpSpPr>
          <p:nvPr/>
        </p:nvGrpSpPr>
        <p:grpSpPr>
          <a:xfrm>
            <a:off x="7891272" y="-13716"/>
            <a:ext cx="3945238" cy="6885432"/>
            <a:chOff x="7366235" y="341463"/>
            <a:chExt cx="3334055" cy="6350581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214C7F59-8328-1D1A-72AA-BF6E471ECAD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366235" y="341463"/>
              <a:ext cx="3334055" cy="6350581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ECC31299-7200-7A44-2ACF-78CD589EC5E6}"/>
                </a:ext>
              </a:extLst>
            </p:cNvPr>
            <p:cNvPicPr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78237" y="1885861"/>
              <a:ext cx="2432304" cy="3520440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20E84C4-C94A-3A63-392F-248DAE897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Analogy: </a:t>
            </a:r>
            <a:r>
              <a:rPr lang="en-US" dirty="0" err="1"/>
              <a:t>Plinko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43F5C0-B45C-E73D-4887-B628668379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250" y="1863725"/>
            <a:ext cx="5257800" cy="4351338"/>
          </a:xfrm>
        </p:spPr>
        <p:txBody>
          <a:bodyPr/>
          <a:lstStyle/>
          <a:p>
            <a:r>
              <a:rPr lang="en-US" dirty="0"/>
              <a:t>But we can’t perfectly capture all other parcels!</a:t>
            </a:r>
          </a:p>
          <a:p>
            <a:endParaRPr lang="en-US" dirty="0"/>
          </a:p>
          <a:p>
            <a:r>
              <a:rPr lang="en-US" dirty="0"/>
              <a:t>Our measurements aren’t perfectly accurate</a:t>
            </a:r>
          </a:p>
        </p:txBody>
      </p:sp>
      <p:sp>
        <p:nvSpPr>
          <p:cNvPr id="7" name="Cloud 6">
            <a:extLst>
              <a:ext uri="{FF2B5EF4-FFF2-40B4-BE49-F238E27FC236}">
                <a16:creationId xmlns:a16="http://schemas.microsoft.com/office/drawing/2014/main" id="{7B228AA7-C9B9-4216-1434-4C918C88776C}"/>
              </a:ext>
            </a:extLst>
          </p:cNvPr>
          <p:cNvSpPr/>
          <p:nvPr/>
        </p:nvSpPr>
        <p:spPr>
          <a:xfrm>
            <a:off x="9817893" y="917971"/>
            <a:ext cx="234234" cy="219869"/>
          </a:xfrm>
          <a:prstGeom prst="cloud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EA06D64-E261-5B4D-04CA-9E5006D947CD}"/>
              </a:ext>
            </a:extLst>
          </p:cNvPr>
          <p:cNvCxnSpPr/>
          <p:nvPr/>
        </p:nvCxnSpPr>
        <p:spPr>
          <a:xfrm flipH="1">
            <a:off x="9772649" y="1171449"/>
            <a:ext cx="90487" cy="392768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1E07552-3090-A3B1-79BC-F2D0BABA89CB}"/>
                  </a:ext>
                </a:extLst>
              </p:cNvPr>
              <p:cNvSpPr txBox="1"/>
              <p:nvPr/>
            </p:nvSpPr>
            <p:spPr>
              <a:xfrm>
                <a:off x="7038975" y="769143"/>
                <a:ext cx="72390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1E07552-3090-A3B1-79BC-F2D0BABA89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8975" y="769143"/>
                <a:ext cx="723900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6507C3C-FD87-53D2-0921-AA53A22B2C56}"/>
                  </a:ext>
                </a:extLst>
              </p:cNvPr>
              <p:cNvSpPr txBox="1"/>
              <p:nvPr/>
            </p:nvSpPr>
            <p:spPr>
              <a:xfrm>
                <a:off x="7038975" y="5569743"/>
                <a:ext cx="72390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6507C3C-FD87-53D2-0921-AA53A22B2C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8975" y="5569743"/>
                <a:ext cx="723900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81294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78 0.02384 L -0.00078 0.02384 C -0.00169 0.02801 -0.00247 0.03194 -0.00325 0.03634 C -0.00403 0.04074 -0.00468 0.0456 -0.0056 0.05023 C -0.00599 0.05254 -0.00664 0.05463 -0.00716 0.05717 C -0.00742 0.05926 -0.00742 0.0618 -0.00794 0.06412 C -0.00846 0.06643 -0.00937 0.06875 -0.01028 0.07106 C -0.01171 0.075 -0.01302 0.07824 -0.01497 0.08217 C -0.01562 0.08356 -0.01653 0.08495 -0.01731 0.08634 C -0.01888 0.09305 -0.01901 0.09282 -0.01966 0.10023 C -0.01992 0.10417 -0.01992 0.10856 -0.02044 0.11273 C -0.0207 0.11458 -0.02148 0.1162 -0.022 0.11829 C -0.02239 0.11991 -0.02252 0.12176 -0.02278 0.12384 C -0.02304 0.12592 -0.02304 0.12847 -0.02356 0.13079 C -0.02382 0.13217 -0.02461 0.13333 -0.02513 0.13495 C -0.02539 0.13611 -0.02552 0.13773 -0.02591 0.13912 C -0.02682 0.1419 -0.02812 0.14444 -0.02903 0.14745 C -0.03229 0.1581 -0.02825 0.15116 -0.03372 0.15856 C -0.03268 0.15903 -0.03164 0.15949 -0.0306 0.15995 C -0.02877 0.16042 -0.02682 0.15995 -0.02513 0.16134 C -0.02096 0.16412 -0.02174 0.16643 -0.01966 0.17106 C -0.01888 0.17245 -0.0181 0.17384 -0.01731 0.17523 C -0.01705 0.17662 -0.01679 0.17801 -0.01653 0.1794 C -0.01536 0.18356 -0.01367 0.19028 -0.01185 0.19467 C -0.01054 0.19745 -0.00924 0.20023 -0.00794 0.20301 C -0.00768 0.20579 -0.00742 0.20856 -0.00716 0.21134 C -0.00677 0.21366 -0.00507 0.22106 -0.00481 0.22245 C -0.00455 0.22569 -0.00286 0.2294 -0.00403 0.23217 C -0.0052 0.23518 -0.00833 0.23426 -0.01028 0.23634 C -0.01185 0.23796 -0.01302 0.24051 -0.01419 0.24329 C -0.01484 0.24491 -0.0151 0.24699 -0.01575 0.24884 C -0.01666 0.25162 -0.01796 0.25417 -0.01888 0.25717 C -0.02031 0.26157 -0.02096 0.2669 -0.02278 0.27106 C -0.03307 0.29398 -0.01927 0.26273 -0.02825 0.28495 C -0.02994 0.28912 -0.03372 0.29745 -0.03372 0.29745 C -0.02786 0.30764 -0.03541 0.29583 -0.02747 0.30301 C -0.02591 0.30417 -0.02487 0.30671 -0.02356 0.30856 C -0.02291 0.32129 -0.02278 0.32569 -0.022 0.33773 C -0.02174 0.34097 -0.02187 0.34444 -0.02122 0.34745 C -0.02083 0.34884 -0.01966 0.3493 -0.01888 0.35023 C -0.01692 0.35694 -0.01666 0.35625 -0.01653 0.36551 C -0.01601 0.38333 -0.01614 0.40162 -0.01575 0.41967 C -0.01549 0.42847 -0.01536 0.42847 -0.01419 0.43495 C -0.01484 0.43542 -0.02122 0.44004 -0.02278 0.4419 C -0.02903 0.4493 -0.02382 0.44629 -0.0306 0.44884 C -0.03216 0.45069 -0.03372 0.45254 -0.03528 0.4544 C -0.03658 0.45579 -0.03789 0.45694 -0.03919 0.45856 C -0.04023 0.45995 -0.04114 0.46134 -0.04231 0.46273 C -0.04609 0.4669 -0.04531 0.46412 -0.04935 0.46967 C -0.05052 0.47106 -0.0513 0.47338 -0.05247 0.47523 C -0.0539 0.47754 -0.0556 0.47963 -0.05716 0.48217 C -0.05872 0.48472 -0.06028 0.48773 -0.06185 0.49051 C -0.06289 0.49236 -0.06406 0.49375 -0.06497 0.49606 L -0.06731 0.50162 C -0.06757 0.5044 -0.06914 0.50764 -0.0681 0.50995 C -0.06627 0.51389 -0.0625 0.51366 -0.06028 0.5169 C -0.05898 0.51875 -0.05755 0.52037 -0.05638 0.52245 C -0.05468 0.525 -0.05364 0.52893 -0.05169 0.53079 L -0.04856 0.53356 C -0.04752 0.53588 -0.0457 0.5375 -0.04544 0.54051 C -0.0414 0.58264 -0.04974 0.56597 -0.04231 0.5794 C -0.04205 0.58588 -0.04244 0.59236 -0.04153 0.59884 C -0.04127 0.60023 -0.03997 0.60046 -0.03919 0.60162 C -0.03815 0.60278 -0.03711 0.6044 -0.03606 0.60579 C -0.03411 0.61921 -0.03476 0.61204 -0.03606 0.63773 C -0.03619 0.64004 -0.03685 0.64213 -0.03685 0.64467 C -0.03711 0.66574 -0.03685 0.68727 -0.03685 0.70856 " pathEditMode="relative" ptsTypes="AAAAAAAAAAAAAAAAAAAAAAAAAAAAAAAAAAAAAAAAAAAAAAAAAAAAAAAAAAAAAAAAAAA">
                                      <p:cBhvr>
                                        <p:cTn id="6" dur="5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F58BC-41EE-C2E2-28CC-2D05626873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66A6A847-6EAD-8AE4-B146-659EA6BEAA8B}"/>
              </a:ext>
            </a:extLst>
          </p:cNvPr>
          <p:cNvGrpSpPr>
            <a:grpSpLocks noChangeAspect="1"/>
          </p:cNvGrpSpPr>
          <p:nvPr/>
        </p:nvGrpSpPr>
        <p:grpSpPr>
          <a:xfrm>
            <a:off x="7891272" y="-13716"/>
            <a:ext cx="3945238" cy="6885432"/>
            <a:chOff x="7366235" y="341463"/>
            <a:chExt cx="3334055" cy="6350581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7C2793FA-BC19-ECE4-47E2-23175542BA8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366235" y="341463"/>
              <a:ext cx="3334055" cy="6350581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CD0BC073-BF59-C96A-79ED-720B6C3BAD31}"/>
                </a:ext>
              </a:extLst>
            </p:cNvPr>
            <p:cNvPicPr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78237" y="1885861"/>
              <a:ext cx="2432304" cy="3520440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FE6A97B-A3A5-66DD-BB7C-CC0480CC4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Analogy: </a:t>
            </a:r>
            <a:r>
              <a:rPr lang="en-US" dirty="0" err="1"/>
              <a:t>Plinko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D50704-7942-F9C7-0DB9-25A3A9ACA0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250" y="1863725"/>
            <a:ext cx="5257800" cy="4351338"/>
          </a:xfrm>
        </p:spPr>
        <p:txBody>
          <a:bodyPr/>
          <a:lstStyle/>
          <a:p>
            <a:r>
              <a:rPr lang="en-US" dirty="0"/>
              <a:t>But we can’t perfectly capture all other parcels!</a:t>
            </a:r>
          </a:p>
          <a:p>
            <a:endParaRPr lang="en-US" dirty="0"/>
          </a:p>
          <a:p>
            <a:r>
              <a:rPr lang="en-US" dirty="0"/>
              <a:t>Our measurements aren’t perfectly accurate</a:t>
            </a:r>
          </a:p>
          <a:p>
            <a:endParaRPr lang="en-US" dirty="0"/>
          </a:p>
          <a:p>
            <a:r>
              <a:rPr lang="en-US" dirty="0"/>
              <a:t>Our measurements are sparse</a:t>
            </a:r>
          </a:p>
        </p:txBody>
      </p:sp>
      <p:sp>
        <p:nvSpPr>
          <p:cNvPr id="7" name="Cloud 6">
            <a:extLst>
              <a:ext uri="{FF2B5EF4-FFF2-40B4-BE49-F238E27FC236}">
                <a16:creationId xmlns:a16="http://schemas.microsoft.com/office/drawing/2014/main" id="{A5FEEF61-9C1A-6D58-D2E4-CA31874A7E38}"/>
              </a:ext>
            </a:extLst>
          </p:cNvPr>
          <p:cNvSpPr/>
          <p:nvPr/>
        </p:nvSpPr>
        <p:spPr>
          <a:xfrm>
            <a:off x="9817893" y="917971"/>
            <a:ext cx="234234" cy="219869"/>
          </a:xfrm>
          <a:prstGeom prst="cloud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134AD11-C65D-2AE8-A21F-F0F4FFDC1D33}"/>
              </a:ext>
            </a:extLst>
          </p:cNvPr>
          <p:cNvCxnSpPr/>
          <p:nvPr/>
        </p:nvCxnSpPr>
        <p:spPr>
          <a:xfrm flipH="1">
            <a:off x="9772649" y="1171449"/>
            <a:ext cx="90487" cy="392768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A6D15CDC-45AA-4D8D-A840-CF437588B412}"/>
              </a:ext>
            </a:extLst>
          </p:cNvPr>
          <p:cNvSpPr/>
          <p:nvPr/>
        </p:nvSpPr>
        <p:spPr>
          <a:xfrm>
            <a:off x="8645693" y="1690686"/>
            <a:ext cx="469109" cy="37869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A8C166A-3CD4-F06F-5991-C4C58231B97F}"/>
              </a:ext>
            </a:extLst>
          </p:cNvPr>
          <p:cNvSpPr/>
          <p:nvPr/>
        </p:nvSpPr>
        <p:spPr>
          <a:xfrm>
            <a:off x="9583018" y="1690686"/>
            <a:ext cx="469109" cy="37869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363916C-EF3A-663B-A6FA-B31060EDEB28}"/>
              </a:ext>
            </a:extLst>
          </p:cNvPr>
          <p:cNvSpPr/>
          <p:nvPr/>
        </p:nvSpPr>
        <p:spPr>
          <a:xfrm>
            <a:off x="10553446" y="1690686"/>
            <a:ext cx="469109" cy="37869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9BFFCC-63A6-3CF3-5301-1D4CF68DF4B0}"/>
              </a:ext>
            </a:extLst>
          </p:cNvPr>
          <p:cNvSpPr/>
          <p:nvPr/>
        </p:nvSpPr>
        <p:spPr>
          <a:xfrm>
            <a:off x="8417224" y="1896382"/>
            <a:ext cx="2878182" cy="4441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34996E3-FC7D-E02E-C6DE-939C31EDA40F}"/>
              </a:ext>
            </a:extLst>
          </p:cNvPr>
          <p:cNvSpPr/>
          <p:nvPr/>
        </p:nvSpPr>
        <p:spPr>
          <a:xfrm>
            <a:off x="8416905" y="2798327"/>
            <a:ext cx="2878182" cy="4441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A74ED9E-59F8-C933-9C76-51EE9416A8CC}"/>
              </a:ext>
            </a:extLst>
          </p:cNvPr>
          <p:cNvSpPr/>
          <p:nvPr/>
        </p:nvSpPr>
        <p:spPr>
          <a:xfrm>
            <a:off x="8416905" y="3682576"/>
            <a:ext cx="2878182" cy="4441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202B63A-4985-8A66-1EEE-ED4A275D2598}"/>
              </a:ext>
            </a:extLst>
          </p:cNvPr>
          <p:cNvSpPr/>
          <p:nvPr/>
        </p:nvSpPr>
        <p:spPr>
          <a:xfrm>
            <a:off x="8416905" y="4555508"/>
            <a:ext cx="2878182" cy="4441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2705228-6F4B-5ADC-C680-D5E4B93B9FE1}"/>
                  </a:ext>
                </a:extLst>
              </p:cNvPr>
              <p:cNvSpPr txBox="1"/>
              <p:nvPr/>
            </p:nvSpPr>
            <p:spPr>
              <a:xfrm>
                <a:off x="7038975" y="769143"/>
                <a:ext cx="72390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2705228-6F4B-5ADC-C680-D5E4B93B9F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8975" y="769143"/>
                <a:ext cx="723900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38078FA-118B-73D6-AD96-65B431A19A62}"/>
                  </a:ext>
                </a:extLst>
              </p:cNvPr>
              <p:cNvSpPr txBox="1"/>
              <p:nvPr/>
            </p:nvSpPr>
            <p:spPr>
              <a:xfrm>
                <a:off x="7038975" y="5569743"/>
                <a:ext cx="72390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38078FA-118B-73D6-AD96-65B431A19A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8975" y="5569743"/>
                <a:ext cx="723900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39917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A55F5C-460E-891D-1751-635471528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E60E02-B658-5027-A475-DC0FDFF6DA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Because our information is incomplete, we can’t say with certainty how the ocean behaves. Many different outcomes could occur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its natural to instead think about describing the likelihood of certain outcomes rather than guaranteeing their occurrence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never have enough information to tell the full story, but statistics lets us tell the fullest story from the information we have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79D19DF-CB04-452F-F6A9-B672300AB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43545"/>
          </a:xfrm>
          <a:ln w="38100">
            <a:solidFill>
              <a:srgbClr val="002060"/>
            </a:solidFill>
          </a:ln>
        </p:spPr>
        <p:txBody>
          <a:bodyPr/>
          <a:lstStyle/>
          <a:p>
            <a:pPr algn="ctr"/>
            <a:r>
              <a:rPr lang="en-US" dirty="0">
                <a:latin typeface="Mongolian Baiti" panose="03000500000000000000" pitchFamily="66" charset="0"/>
                <a:cs typeface="Mongolian Baiti" panose="03000500000000000000" pitchFamily="66" charset="0"/>
              </a:rPr>
              <a:t>Why do we need statistics in oceanography?</a:t>
            </a:r>
          </a:p>
        </p:txBody>
      </p:sp>
    </p:spTree>
    <p:extLst>
      <p:ext uri="{BB962C8B-B14F-4D97-AF65-F5344CB8AC3E}">
        <p14:creationId xmlns:p14="http://schemas.microsoft.com/office/powerpoint/2010/main" val="2259036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AB7A7F0-B36C-7C9D-F41A-52E9C4AFB19F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043545"/>
          </a:xfrm>
          <a:prstGeom prst="rect">
            <a:avLst/>
          </a:prstGeom>
          <a:ln w="38100">
            <a:solidFill>
              <a:srgbClr val="7030A0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latin typeface="Mongolian Baiti" panose="03000500000000000000" pitchFamily="66" charset="0"/>
                <a:cs typeface="Mongolian Baiti" panose="03000500000000000000" pitchFamily="66" charset="0"/>
              </a:rPr>
              <a:t>Probabilities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3431FA-48F8-AB57-4477-38714B44AA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Because we can’t capture enough information to make the ocean perfectly deterministic, we model it as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process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describe it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probabilistically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do so, we need to introduce some basic ideas from probability theory </a:t>
            </a:r>
          </a:p>
        </p:txBody>
      </p:sp>
    </p:spTree>
    <p:extLst>
      <p:ext uri="{BB962C8B-B14F-4D97-AF65-F5344CB8AC3E}">
        <p14:creationId xmlns:p14="http://schemas.microsoft.com/office/powerpoint/2010/main" val="32751137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6560B7-63DB-8FCA-28CB-0BB36FCFE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E11BEBB-D0CF-901F-A27A-CB701797975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27531"/>
                <a:ext cx="10515600" cy="4879386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set of all possible outcomes to a random process is called the 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sample space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rolling a die: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1, 2, 3, 4, 5, 6</m:t>
                        </m:r>
                      </m:e>
                    </m:d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flipping a coin: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0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b="0" i="0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Heads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b="0" i="0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Tails</m:t>
                        </m:r>
                      </m:e>
                    </m:d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the ocean: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0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b="0" i="0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Every possible configuration at some time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 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event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E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defines a set of either one or multiple outcomes subject to some constraint</a:t>
                </a:r>
              </a:p>
              <a:p>
                <a:pPr lvl="1"/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“Rolling a 6”</a:t>
                </a:r>
              </a:p>
              <a:p>
                <a:pPr lvl="1"/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“Getting tails twice and heads once”</a:t>
                </a:r>
              </a:p>
              <a:p>
                <a:pPr lvl="1"/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“Water temperature exceeding 14° C at these four specific locations”</a:t>
                </a:r>
              </a:p>
              <a:p>
                <a:pPr lvl="1"/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probability P assigns a likelihood of occurrence to each possible event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E11BEBB-D0CF-901F-A27A-CB701797975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27531"/>
                <a:ext cx="10515600" cy="4879386"/>
              </a:xfrm>
              <a:blipFill>
                <a:blip r:embed="rId2"/>
                <a:stretch>
                  <a:fillRect l="-928" t="-2875" r="-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1">
            <a:extLst>
              <a:ext uri="{FF2B5EF4-FFF2-40B4-BE49-F238E27FC236}">
                <a16:creationId xmlns:a16="http://schemas.microsoft.com/office/drawing/2014/main" id="{44FA010D-2A04-E457-07C5-FD7C577493AC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043545"/>
          </a:xfrm>
          <a:prstGeom prst="rect">
            <a:avLst/>
          </a:prstGeom>
          <a:ln w="38100">
            <a:solidFill>
              <a:srgbClr val="7030A0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latin typeface="Mongolian Baiti" panose="03000500000000000000" pitchFamily="66" charset="0"/>
                <a:cs typeface="Mongolian Baiti" panose="03000500000000000000" pitchFamily="66" charset="0"/>
              </a:rPr>
              <a:t>Probabilities</a:t>
            </a:r>
          </a:p>
        </p:txBody>
      </p:sp>
    </p:spTree>
    <p:extLst>
      <p:ext uri="{BB962C8B-B14F-4D97-AF65-F5344CB8AC3E}">
        <p14:creationId xmlns:p14="http://schemas.microsoft.com/office/powerpoint/2010/main" val="20606346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DC13C3-CFAF-D7D6-E35A-BC29B286A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80215B5-5C3F-F6E3-F5C8-0E944831AF6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81958"/>
                <a:ext cx="5869576" cy="4879386"/>
              </a:xfrm>
            </p:spPr>
            <p:txBody>
              <a:bodyPr>
                <a:normAutofit fontScale="92500"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US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US" sz="24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E</m:t>
                        </m:r>
                      </m:e>
                    </m:d>
                    <m:r>
                      <a:rPr lang="en-US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endParaRPr lang="en-US" sz="2400" b="1" i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P</m:t>
                    </m:r>
                    <m:r>
                      <a:rPr lang="en-US" sz="24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  <m:r>
                      <a:rPr lang="en-US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)=1</m:t>
                    </m:r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P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Not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A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 = 1 − </m:t>
                    </m:r>
                    <m:r>
                      <m:rPr>
                        <m:sty m:val="p"/>
                      </m:rP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P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A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US" sz="2400" b="0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d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US" sz="2400" b="0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d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P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A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and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B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 = </m:t>
                    </m:r>
                    <m:r>
                      <m:rPr>
                        <m:sty m:val="p"/>
                      </m:rP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P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A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P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B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P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A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or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B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 = </m:t>
                    </m:r>
                    <m:r>
                      <m:rPr>
                        <m:sty m:val="p"/>
                      </m:rP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P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A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 + </m:t>
                    </m:r>
                    <m:r>
                      <m:rPr>
                        <m:sty m:val="p"/>
                      </m:rP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P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B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 − </m:t>
                    </m:r>
                    <m:r>
                      <m:rPr>
                        <m:sty m:val="p"/>
                      </m:rP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P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A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and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B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 </m:t>
                    </m:r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P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A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and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B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 = 0</m:t>
                    </m:r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80215B5-5C3F-F6E3-F5C8-0E944831AF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81958"/>
                <a:ext cx="5869576" cy="4879386"/>
              </a:xfrm>
              <a:blipFill>
                <a:blip r:embed="rId3"/>
                <a:stretch>
                  <a:fillRect l="-12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4802E034-D8AA-88E3-B09D-F212A4C4D415}"/>
              </a:ext>
            </a:extLst>
          </p:cNvPr>
          <p:cNvSpPr txBox="1"/>
          <p:nvPr/>
        </p:nvSpPr>
        <p:spPr>
          <a:xfrm>
            <a:off x="2939142" y="1779990"/>
            <a:ext cx="6252755" cy="431041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square" rtlCol="0">
            <a:normAutofit/>
          </a:bodyPr>
          <a:lstStyle/>
          <a:p>
            <a:r>
              <a:rPr lang="en-US" sz="2000" i="0" dirty="0">
                <a:latin typeface="Cambria Math" panose="02040503050406030204" pitchFamily="18" charset="0"/>
                <a:ea typeface="Cambria Math" panose="02040503050406030204" pitchFamily="18" charset="0"/>
              </a:rPr>
              <a:t>Probability of any individual event is between 0 and 1</a:t>
            </a:r>
            <a:endParaRPr lang="en-US" sz="2000" b="1" i="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FD70A8F-58C6-2FC1-45A0-D5743CF66E70}"/>
                  </a:ext>
                </a:extLst>
              </p:cNvPr>
              <p:cNvSpPr txBox="1"/>
              <p:nvPr/>
            </p:nvSpPr>
            <p:spPr>
              <a:xfrm>
                <a:off x="2474646" y="2453516"/>
                <a:ext cx="3875315" cy="431041"/>
              </a:xfrm>
              <a:prstGeom prst="rect">
                <a:avLst/>
              </a:prstGeom>
              <a:noFill/>
              <a:ln w="19050">
                <a:solidFill>
                  <a:srgbClr val="C00000"/>
                </a:solidFill>
              </a:ln>
            </p:spPr>
            <p:txBody>
              <a:bodyPr wrap="square" rtlCol="0">
                <a:noAutofit/>
              </a:bodyPr>
              <a:lstStyle/>
              <a:p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All possible outcomes live inside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Ω</m:t>
                    </m:r>
                  </m:oMath>
                </a14:m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0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FD70A8F-58C6-2FC1-45A0-D5743CF66E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4646" y="2453516"/>
                <a:ext cx="3875315" cy="431041"/>
              </a:xfrm>
              <a:prstGeom prst="rect">
                <a:avLst/>
              </a:prstGeom>
              <a:blipFill>
                <a:blip r:embed="rId4"/>
                <a:stretch>
                  <a:fillRect l="-1565" t="-5405" b="-13514"/>
                </a:stretch>
              </a:blipFill>
              <a:ln w="19050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38D4728A-2813-9C6C-8619-4FB720072F1E}"/>
              </a:ext>
            </a:extLst>
          </p:cNvPr>
          <p:cNvSpPr txBox="1"/>
          <p:nvPr/>
        </p:nvSpPr>
        <p:spPr>
          <a:xfrm>
            <a:off x="4167050" y="3094073"/>
            <a:ext cx="6252755" cy="431041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square" rtlCol="0">
            <a:normAutofit fontScale="92500"/>
          </a:bodyPr>
          <a:lstStyle/>
          <a:p>
            <a:r>
              <a:rPr lang="en-US" sz="2000" i="0" dirty="0">
                <a:latin typeface="Cambria Math" panose="02040503050406030204" pitchFamily="18" charset="0"/>
                <a:ea typeface="Cambria Math" panose="02040503050406030204" pitchFamily="18" charset="0"/>
              </a:rPr>
              <a:t>Probability of occurring + probability of not occurring = 1</a:t>
            </a:r>
            <a:endParaRPr lang="en-US" sz="2000" b="1" i="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endParaRPr lang="en-US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6DF2A1-3553-F121-DFE2-897254BEC469}"/>
              </a:ext>
            </a:extLst>
          </p:cNvPr>
          <p:cNvSpPr txBox="1"/>
          <p:nvPr/>
        </p:nvSpPr>
        <p:spPr>
          <a:xfrm>
            <a:off x="2832050" y="3680004"/>
            <a:ext cx="2455817" cy="52715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normAutofit fontScale="92500"/>
          </a:bodyPr>
          <a:lstStyle/>
          <a:p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if A is a subset of B</a:t>
            </a:r>
            <a:endParaRPr lang="en-US" sz="2400" i="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endParaRPr lang="en-US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169B7E-BE01-076E-FB77-5841DDD62022}"/>
              </a:ext>
            </a:extLst>
          </p:cNvPr>
          <p:cNvSpPr txBox="1"/>
          <p:nvPr/>
        </p:nvSpPr>
        <p:spPr>
          <a:xfrm>
            <a:off x="4287676" y="4329080"/>
            <a:ext cx="3831772" cy="52715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normAutofit/>
          </a:bodyPr>
          <a:lstStyle/>
          <a:p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if A and B are </a:t>
            </a:r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independent</a:t>
            </a:r>
            <a:endParaRPr lang="en-US" sz="2400" i="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endParaRPr lang="en-US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333DDF4-4FEC-38E1-A4AC-BE8D9D3448C9}"/>
              </a:ext>
            </a:extLst>
          </p:cNvPr>
          <p:cNvSpPr txBox="1"/>
          <p:nvPr/>
        </p:nvSpPr>
        <p:spPr>
          <a:xfrm>
            <a:off x="3255709" y="5544309"/>
            <a:ext cx="4454435" cy="52715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normAutofit/>
          </a:bodyPr>
          <a:lstStyle/>
          <a:p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if A and B are </a:t>
            </a:r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mutually exclusive</a:t>
            </a:r>
            <a:endParaRPr lang="en-US" sz="2400" i="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endParaRPr lang="en-US" sz="2400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BB2DB7C0-C547-62B4-8671-B6A3031EFB0B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043545"/>
          </a:xfrm>
          <a:prstGeom prst="rect">
            <a:avLst/>
          </a:prstGeom>
          <a:ln w="38100">
            <a:solidFill>
              <a:srgbClr val="7030A0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latin typeface="Mongolian Baiti" panose="03000500000000000000" pitchFamily="66" charset="0"/>
                <a:cs typeface="Mongolian Baiti" panose="03000500000000000000" pitchFamily="66" charset="0"/>
              </a:rPr>
              <a:t>Probability Properties</a:t>
            </a:r>
          </a:p>
        </p:txBody>
      </p:sp>
    </p:spTree>
    <p:extLst>
      <p:ext uri="{BB962C8B-B14F-4D97-AF65-F5344CB8AC3E}">
        <p14:creationId xmlns:p14="http://schemas.microsoft.com/office/powerpoint/2010/main" val="18140035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611EB-22CF-FEB3-FE31-D2573803C0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50667EAC-A646-CDF2-7F9F-EF36D858D021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043545"/>
          </a:xfrm>
          <a:prstGeom prst="rect">
            <a:avLst/>
          </a:prstGeom>
          <a:ln w="38100">
            <a:solidFill>
              <a:srgbClr val="7030A0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latin typeface="Mongolian Baiti" panose="03000500000000000000" pitchFamily="66" charset="0"/>
                <a:cs typeface="Mongolian Baiti" panose="03000500000000000000" pitchFamily="66" charset="0"/>
              </a:rPr>
              <a:t>Probability Practice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D4B7BAF-5F0B-E6D0-6F14-8438A6E7F7B5}"/>
                  </a:ext>
                </a:extLst>
              </p:cNvPr>
              <p:cNvSpPr txBox="1"/>
              <p:nvPr/>
            </p:nvSpPr>
            <p:spPr>
              <a:xfrm>
                <a:off x="838200" y="1902940"/>
                <a:ext cx="3247768" cy="3046988"/>
              </a:xfrm>
              <a:prstGeom prst="rect">
                <a:avLst/>
              </a:prstGeom>
              <a:noFill/>
              <a:ln w="28575">
                <a:solidFill>
                  <a:srgbClr val="7030A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Rolling One 6-Sided Die</a:t>
                </a:r>
              </a:p>
              <a:p>
                <a:pPr algn="ctr"/>
                <a:endPara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400" b="0" i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sz="2400" b="0" i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Even</m:t>
                          </m:r>
                        </m:e>
                      </m:d>
                    </m:oMath>
                  </m:oMathPara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400" b="0" i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sz="2400" b="0" i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Not 5</m:t>
                          </m:r>
                        </m:e>
                      </m:d>
                    </m:oMath>
                  </m:oMathPara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400" b="0" i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sz="2400" b="0" i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not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&lt;3</m:t>
                          </m:r>
                        </m:e>
                      </m:d>
                    </m:oMath>
                  </m:oMathPara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D4B7BAF-5F0B-E6D0-6F14-8438A6E7F7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902940"/>
                <a:ext cx="3247768" cy="3046988"/>
              </a:xfrm>
              <a:prstGeom prst="rect">
                <a:avLst/>
              </a:prstGeom>
              <a:blipFill>
                <a:blip r:embed="rId3"/>
                <a:stretch>
                  <a:fillRect t="-1188"/>
                </a:stretch>
              </a:blipFill>
              <a:ln w="28575"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236AB52-7D4C-1B1E-ADC2-9B3C7917BCD1}"/>
                  </a:ext>
                </a:extLst>
              </p:cNvPr>
              <p:cNvSpPr txBox="1"/>
              <p:nvPr/>
            </p:nvSpPr>
            <p:spPr>
              <a:xfrm>
                <a:off x="4472116" y="1902939"/>
                <a:ext cx="3247768" cy="3046988"/>
              </a:xfrm>
              <a:prstGeom prst="rect">
                <a:avLst/>
              </a:prstGeom>
              <a:noFill/>
              <a:ln w="28575">
                <a:solidFill>
                  <a:srgbClr val="7030A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Rolling Two 6-Sided Dice</a:t>
                </a:r>
              </a:p>
              <a:p>
                <a:pPr algn="ctr"/>
                <a:endPara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l-G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400" b="0" i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sz="2400" b="0" i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[2 4]</m:t>
                          </m:r>
                        </m:e>
                      </m:d>
                    </m:oMath>
                  </m:oMathPara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400" b="0" i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sz="2400" b="0" i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b</m:t>
                          </m:r>
                          <m:r>
                            <m:rPr>
                              <m:sty m:val="p"/>
                            </m:rP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oth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odd</m:t>
                          </m:r>
                        </m:e>
                      </m:d>
                    </m:oMath>
                  </m:oMathPara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236AB52-7D4C-1B1E-ADC2-9B3C7917BC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2116" y="1902939"/>
                <a:ext cx="3247768" cy="3046988"/>
              </a:xfrm>
              <a:prstGeom prst="rect">
                <a:avLst/>
              </a:prstGeom>
              <a:blipFill>
                <a:blip r:embed="rId4"/>
                <a:stretch>
                  <a:fillRect t="-1188"/>
                </a:stretch>
              </a:blipFill>
              <a:ln w="28575"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27531D4-4B19-2392-3C60-B45FF4CA906C}"/>
                  </a:ext>
                </a:extLst>
              </p:cNvPr>
              <p:cNvSpPr txBox="1"/>
              <p:nvPr/>
            </p:nvSpPr>
            <p:spPr>
              <a:xfrm>
                <a:off x="8106032" y="1902939"/>
                <a:ext cx="3247768" cy="3046988"/>
              </a:xfrm>
              <a:prstGeom prst="rect">
                <a:avLst/>
              </a:prstGeom>
              <a:noFill/>
              <a:ln w="28575">
                <a:solidFill>
                  <a:srgbClr val="7030A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Flipping a Coin Three Times</a:t>
                </a:r>
              </a:p>
              <a:p>
                <a:pPr algn="ctr"/>
                <a:endPara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400" b="0" i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sz="2400" b="0" i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TH</m:t>
                          </m:r>
                          <m:r>
                            <m:rPr>
                              <m:sty m:val="p"/>
                            </m:rP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e>
                      </m:d>
                    </m:oMath>
                  </m:oMathPara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400" b="0" i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sz="2400" b="0" i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at least two heads</m:t>
                          </m:r>
                        </m:e>
                      </m:d>
                    </m:oMath>
                  </m:oMathPara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400" b="0" i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sz="2400" b="0" i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two tails</m:t>
                          </m:r>
                        </m:e>
                      </m:d>
                    </m:oMath>
                  </m:oMathPara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27531D4-4B19-2392-3C60-B45FF4CA90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6032" y="1902939"/>
                <a:ext cx="3247768" cy="3046988"/>
              </a:xfrm>
              <a:prstGeom prst="rect">
                <a:avLst/>
              </a:prstGeom>
              <a:blipFill>
                <a:blip r:embed="rId5"/>
                <a:stretch>
                  <a:fillRect t="-1188" r="-1673"/>
                </a:stretch>
              </a:blipFill>
              <a:ln w="28575"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179390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0FD739-ED03-609E-39F5-C22F4DC52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CE59682-4921-7540-9540-8DE012D38F7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717001"/>
                <a:ext cx="10515600" cy="4879386"/>
              </a:xfrm>
            </p:spPr>
            <p:txBody>
              <a:bodyPr>
                <a:normAutofit fontScale="85000" lnSpcReduction="20000"/>
              </a:bodyPr>
              <a:lstStyle/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US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A and B</m:t>
                        </m:r>
                      </m:e>
                    </m:d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Unconditional probability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The probability that both A and B are true</a:t>
                </a:r>
              </a:p>
              <a:p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P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A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B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Conditional probability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The probability that A is true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</a:t>
                </a:r>
                <a:r>
                  <a:rPr lang="en-US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know B is true </a:t>
                </a:r>
              </a:p>
              <a:p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two are related via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P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A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B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 = 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P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A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and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B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P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B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By the same reasoning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P</m:t>
                    </m:r>
                    <m:r>
                      <a:rPr lang="en-US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B</m:t>
                    </m:r>
                    <m:r>
                      <a:rPr lang="en-US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A</m:t>
                    </m:r>
                    <m:r>
                      <a:rPr lang="en-US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 = 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P</m:t>
                        </m:r>
                        <m: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A</m:t>
                        </m:r>
                        <m: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and</m:t>
                        </m:r>
                        <m: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B</m:t>
                        </m:r>
                        <m: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P</m:t>
                        </m:r>
                        <m: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A</m:t>
                        </m:r>
                        <m: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Law of total probability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P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A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 = 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P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A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B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P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B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 + 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P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A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not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B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P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not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B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CE59682-4921-7540-9540-8DE012D38F7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17001"/>
                <a:ext cx="10515600" cy="4879386"/>
              </a:xfrm>
              <a:blipFill>
                <a:blip r:embed="rId2"/>
                <a:stretch>
                  <a:fillRect l="-812" t="-1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1">
            <a:extLst>
              <a:ext uri="{FF2B5EF4-FFF2-40B4-BE49-F238E27FC236}">
                <a16:creationId xmlns:a16="http://schemas.microsoft.com/office/drawing/2014/main" id="{21BA18FF-5BFF-6BFF-1CC1-1502548DC781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043545"/>
          </a:xfrm>
          <a:prstGeom prst="rect">
            <a:avLst/>
          </a:prstGeom>
          <a:ln w="38100">
            <a:solidFill>
              <a:srgbClr val="7030A0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latin typeface="Mongolian Baiti" panose="03000500000000000000" pitchFamily="66" charset="0"/>
                <a:cs typeface="Mongolian Baiti" panose="03000500000000000000" pitchFamily="66" charset="0"/>
              </a:rPr>
              <a:t>Unconditional and Conditional Probabilities</a:t>
            </a:r>
          </a:p>
        </p:txBody>
      </p:sp>
    </p:spTree>
    <p:extLst>
      <p:ext uri="{BB962C8B-B14F-4D97-AF65-F5344CB8AC3E}">
        <p14:creationId xmlns:p14="http://schemas.microsoft.com/office/powerpoint/2010/main" val="18079922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220556-FCBF-6D3F-A836-6BD88B537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598E20B-0A58-B9E7-A796-A4AF143BAE7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717001"/>
                <a:ext cx="10515600" cy="4879386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P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A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B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 = 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P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A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and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B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P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B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and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P</m:t>
                    </m:r>
                    <m:r>
                      <a:rPr lang="en-US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B</m:t>
                    </m:r>
                    <m:r>
                      <a:rPr lang="en-US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A</m:t>
                    </m:r>
                    <m:r>
                      <a:rPr lang="en-US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 = 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P</m:t>
                        </m:r>
                        <m: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A</m:t>
                        </m:r>
                        <m: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and</m:t>
                        </m:r>
                        <m: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B</m:t>
                        </m:r>
                        <m: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P</m:t>
                        </m:r>
                        <m: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A</m:t>
                        </m:r>
                        <m: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then we have the multiplication rule</a:t>
                </a:r>
              </a:p>
              <a:p>
                <a:pPr>
                  <a:lnSpc>
                    <a:spcPct val="100000"/>
                  </a:lnSpc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P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A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and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B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 = 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P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A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|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B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P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B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 = 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P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B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|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A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P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A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lnSpc>
                    <a:spcPct val="100000"/>
                  </a:lnSpc>
                  <a:buNone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0000"/>
                  </a:lnSpc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From this rule, we can obtain 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Bayes’ theorem</a:t>
                </a:r>
              </a:p>
              <a:p>
                <a:pPr>
                  <a:lnSpc>
                    <a:spcPct val="100000"/>
                  </a:lnSpc>
                </a:pPr>
                <a:endPara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P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A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|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B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 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P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B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|</m:t>
                          </m:r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A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P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A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P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B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598E20B-0A58-B9E7-A796-A4AF143BAE7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17001"/>
                <a:ext cx="10515600" cy="4879386"/>
              </a:xfrm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1">
            <a:extLst>
              <a:ext uri="{FF2B5EF4-FFF2-40B4-BE49-F238E27FC236}">
                <a16:creationId xmlns:a16="http://schemas.microsoft.com/office/drawing/2014/main" id="{9625E6FE-CD0A-D47F-E01E-8847226DCAB0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043545"/>
          </a:xfrm>
          <a:prstGeom prst="rect">
            <a:avLst/>
          </a:prstGeom>
          <a:ln w="38100">
            <a:solidFill>
              <a:srgbClr val="7030A0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latin typeface="Mongolian Baiti" panose="03000500000000000000" pitchFamily="66" charset="0"/>
                <a:cs typeface="Mongolian Baiti" panose="03000500000000000000" pitchFamily="66" charset="0"/>
              </a:rPr>
              <a:t>Bayes’ Theorem</a:t>
            </a:r>
          </a:p>
        </p:txBody>
      </p:sp>
    </p:spTree>
    <p:extLst>
      <p:ext uri="{BB962C8B-B14F-4D97-AF65-F5344CB8AC3E}">
        <p14:creationId xmlns:p14="http://schemas.microsoft.com/office/powerpoint/2010/main" val="29881154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7E8F11-924C-78CA-E935-D0968A562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2CFB8D-73B2-6099-18A4-FEC5FECD877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717001"/>
                <a:ext cx="10515600" cy="4879386"/>
              </a:xfrm>
            </p:spPr>
            <p:txBody>
              <a:bodyPr>
                <a:normAutofit/>
              </a:bodyPr>
              <a:lstStyle/>
              <a:p>
                <a:pPr marL="0" indent="0" algn="ctr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P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A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|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B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 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P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B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|</m:t>
                          </m:r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A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P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A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P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B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0000"/>
                  </a:lnSpc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Bayes’ theorem gives us a way of “reversing probabilities”. Normally we are interested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P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effect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cause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With Bayes’ theorem we can obtain this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P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cause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effect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0000"/>
                  </a:lnSpc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3200" i="1"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3200" i="1">
                          <a:latin typeface="Cambria Math" panose="02040503050406030204" pitchFamily="18" charset="0"/>
                        </a:rPr>
                        <m:t>flat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3200" i="1">
                          <a:latin typeface="Cambria Math" panose="02040503050406030204" pitchFamily="18" charset="0"/>
                        </a:rPr>
                        <m:t>tire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|</m:t>
                      </m:r>
                      <m:r>
                        <m:rPr>
                          <m:sty m:val="p"/>
                        </m:rPr>
                        <a:rPr lang="en-US" sz="3200" i="1" smtClean="0">
                          <a:latin typeface="Cambria Math" panose="02040503050406030204" pitchFamily="18" charset="0"/>
                        </a:rPr>
                        <m:t>d</m:t>
                      </m:r>
                      <m:r>
                        <m:rPr>
                          <m:sty m:val="p"/>
                        </m:rPr>
                        <a:rPr lang="en-US" sz="3200" b="0" i="1" smtClean="0">
                          <a:latin typeface="Cambria Math" panose="02040503050406030204" pitchFamily="18" charset="0"/>
                        </a:rPr>
                        <m:t>rove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3200" b="0" i="1" smtClean="0">
                          <a:latin typeface="Cambria Math" panose="02040503050406030204" pitchFamily="18" charset="0"/>
                        </a:rPr>
                        <m:t>over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3200" b="0" i="1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3200" b="0" i="1" smtClean="0">
                          <a:latin typeface="Cambria Math" panose="02040503050406030204" pitchFamily="18" charset="0"/>
                        </a:rPr>
                        <m:t>nail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)∝</m:t>
                      </m:r>
                      <m:r>
                        <m:rPr>
                          <m:sty m:val="p"/>
                        </m:rP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</m:t>
                      </m:r>
                      <m: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drove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over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nail</m:t>
                      </m:r>
                      <m: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r>
                        <m:rPr>
                          <m:sty m:val="p"/>
                        </m:rP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flat</m:t>
                      </m:r>
                      <m: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tire</m:t>
                      </m:r>
                      <m: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3200" dirty="0"/>
              </a:p>
              <a:p>
                <a:pPr>
                  <a:lnSpc>
                    <a:spcPct val="100000"/>
                  </a:lnSpc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2CFB8D-73B2-6099-18A4-FEC5FECD87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17001"/>
                <a:ext cx="10515600" cy="4879386"/>
              </a:xfrm>
              <a:blipFill>
                <a:blip r:embed="rId2"/>
                <a:stretch>
                  <a:fillRect l="-1043" r="-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1">
            <a:extLst>
              <a:ext uri="{FF2B5EF4-FFF2-40B4-BE49-F238E27FC236}">
                <a16:creationId xmlns:a16="http://schemas.microsoft.com/office/drawing/2014/main" id="{6D5E3B86-CC4A-6F99-13DB-F981F3D6FD74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043545"/>
          </a:xfrm>
          <a:prstGeom prst="rect">
            <a:avLst/>
          </a:prstGeom>
          <a:ln w="38100">
            <a:solidFill>
              <a:srgbClr val="7030A0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latin typeface="Mongolian Baiti" panose="03000500000000000000" pitchFamily="66" charset="0"/>
                <a:cs typeface="Mongolian Baiti" panose="03000500000000000000" pitchFamily="66" charset="0"/>
              </a:rPr>
              <a:t>Bayes’ Theorem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4D6217-2A5F-3E3C-9599-B9B3DB763237}"/>
              </a:ext>
            </a:extLst>
          </p:cNvPr>
          <p:cNvSpPr txBox="1"/>
          <p:nvPr/>
        </p:nvSpPr>
        <p:spPr>
          <a:xfrm>
            <a:off x="4806778" y="4962612"/>
            <a:ext cx="25784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</p:txBody>
      </p:sp>
    </p:spTree>
    <p:extLst>
      <p:ext uri="{BB962C8B-B14F-4D97-AF65-F5344CB8AC3E}">
        <p14:creationId xmlns:p14="http://schemas.microsoft.com/office/powerpoint/2010/main" val="17443318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5E026-1EC4-5796-24E7-BD67B5BBD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330E22-0B12-A6A2-5995-67C4D1E445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425" y="1133475"/>
            <a:ext cx="11430000" cy="5359399"/>
          </a:xfrm>
        </p:spPr>
        <p:txBody>
          <a:bodyPr>
            <a:normAutofit/>
          </a:bodyPr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Baye’s theorem gives us a way of inverting our probabilities. Usually, we want to probability of an effect given its cause, and through Baye’s theorem we can get that from the probability of a cause, given its effect</a:t>
            </a:r>
          </a:p>
          <a:p>
            <a:pPr marL="457200" lvl="1" indent="0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Practice: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Harmful algal blooms (HAB’s) occur about 10% of days and are tracked by satellite measurements. Satellites successfully identify HAB’s 80% of the time and have a false positive rate of 15%. The satellite tells us there is an HAB today, what is the probability of an HAB occurring?  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0BD2743-7B3B-1AA0-8BB9-D2CEA0C86621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043545"/>
          </a:xfrm>
          <a:prstGeom prst="rect">
            <a:avLst/>
          </a:prstGeom>
          <a:ln w="38100">
            <a:solidFill>
              <a:srgbClr val="7030A0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latin typeface="Mongolian Baiti" panose="03000500000000000000" pitchFamily="66" charset="0"/>
                <a:cs typeface="Mongolian Baiti" panose="03000500000000000000" pitchFamily="66" charset="0"/>
              </a:rPr>
              <a:t>Bayes’ Theorem Practice</a:t>
            </a:r>
          </a:p>
        </p:txBody>
      </p:sp>
    </p:spTree>
    <p:extLst>
      <p:ext uri="{BB962C8B-B14F-4D97-AF65-F5344CB8AC3E}">
        <p14:creationId xmlns:p14="http://schemas.microsoft.com/office/powerpoint/2010/main" val="37945813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74D1F4-700C-0F30-04F8-B7BE3DB78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10E8A32-205D-7EEE-E79C-A4C865675C5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717001"/>
                <a:ext cx="10515600" cy="4879386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can also ask for conditional probabilities with three or more events. For example, </a:t>
                </a:r>
              </a:p>
              <a:p>
                <a:pPr marL="0" indent="0" algn="ctr">
                  <a:lnSpc>
                    <a:spcPct val="100000"/>
                  </a:lnSpc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P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A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B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C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 = 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P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A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B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C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P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C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and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P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A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B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C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 = 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P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A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B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C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P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B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C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0000"/>
                  </a:lnSpc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One natural way this can show up is asking for the probability of an event at time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on the condition that it occurred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0000"/>
                  </a:lnSpc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0000"/>
                  </a:lnSpc>
                </a:pP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Example: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Probability of observing a rogue wave if we observed one yesterday and two days ago. 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00000"/>
                  </a:lnSpc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10E8A32-205D-7EEE-E79C-A4C865675C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17001"/>
                <a:ext cx="10515600" cy="4879386"/>
              </a:xfrm>
              <a:blipFill>
                <a:blip r:embed="rId2"/>
                <a:stretch>
                  <a:fillRect l="-1043" t="-1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1">
            <a:extLst>
              <a:ext uri="{FF2B5EF4-FFF2-40B4-BE49-F238E27FC236}">
                <a16:creationId xmlns:a16="http://schemas.microsoft.com/office/drawing/2014/main" id="{759F8F8D-A983-3D4F-96FC-6CC266C4E811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043545"/>
          </a:xfrm>
          <a:prstGeom prst="rect">
            <a:avLst/>
          </a:prstGeom>
          <a:ln w="38100">
            <a:solidFill>
              <a:srgbClr val="7030A0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latin typeface="Mongolian Baiti" panose="03000500000000000000" pitchFamily="66" charset="0"/>
                <a:cs typeface="Mongolian Baiti" panose="03000500000000000000" pitchFamily="66" charset="0"/>
              </a:rPr>
              <a:t>Conditional Probabilities </a:t>
            </a:r>
          </a:p>
        </p:txBody>
      </p:sp>
    </p:spTree>
    <p:extLst>
      <p:ext uri="{BB962C8B-B14F-4D97-AF65-F5344CB8AC3E}">
        <p14:creationId xmlns:p14="http://schemas.microsoft.com/office/powerpoint/2010/main" val="7315078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C7B97C-68AF-B2BF-0B69-EEBFD9DA1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4642065-D8CF-422C-8650-70DC860FAB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49978"/>
                <a:ext cx="10515600" cy="5408022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assign scalar values to outcomes using </a:t>
                </a:r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random variables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From this we can save each outcome or event as a number </a:t>
                </a:r>
              </a:p>
              <a:p>
                <a:pPr lvl="1"/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Each outcome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maps to a specific value of the random variable(s)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1" smtClean="0"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Thus,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1" smtClean="0"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has its own sample space called its </a:t>
                </a:r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state space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or </a:t>
                </a:r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range</a:t>
                </a: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Being random, the value of X is not known until it is sampled</a:t>
                </a:r>
              </a:p>
              <a:p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4642065-D8CF-422C-8650-70DC860FAB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49978"/>
                <a:ext cx="10515600" cy="5408022"/>
              </a:xfrm>
              <a:blipFill>
                <a:blip r:embed="rId2"/>
                <a:stretch>
                  <a:fillRect l="-812" t="-15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810BF9D2-6B8D-AC3B-D14B-0D8873D445EC}"/>
              </a:ext>
            </a:extLst>
          </p:cNvPr>
          <p:cNvSpPr txBox="1"/>
          <p:nvPr/>
        </p:nvSpPr>
        <p:spPr>
          <a:xfrm>
            <a:off x="1382485" y="2410227"/>
            <a:ext cx="3568336" cy="369332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Outcome/Event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AD264A-4DE6-305E-031E-850BC18351BF}"/>
              </a:ext>
            </a:extLst>
          </p:cNvPr>
          <p:cNvSpPr txBox="1"/>
          <p:nvPr/>
        </p:nvSpPr>
        <p:spPr>
          <a:xfrm>
            <a:off x="1382485" y="2779559"/>
            <a:ext cx="3568336" cy="1298882"/>
          </a:xfrm>
          <a:prstGeom prst="rect">
            <a:avLst/>
          </a:prstGeom>
          <a:noFill/>
          <a:ln w="1905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dirty="0"/>
              <a:t>The result of a die roll</a:t>
            </a:r>
          </a:p>
          <a:p>
            <a:pPr algn="r">
              <a:lnSpc>
                <a:spcPct val="150000"/>
              </a:lnSpc>
            </a:pPr>
            <a:r>
              <a:rPr lang="en-US" dirty="0"/>
              <a:t>Flipping tails three times in a row</a:t>
            </a:r>
          </a:p>
          <a:p>
            <a:pPr algn="r">
              <a:lnSpc>
                <a:spcPct val="150000"/>
              </a:lnSpc>
            </a:pPr>
            <a:r>
              <a:rPr lang="en-US" dirty="0"/>
              <a:t>The configuration of the ocean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FD1540-AF03-6452-D174-41F1B2AAF1FF}"/>
              </a:ext>
            </a:extLst>
          </p:cNvPr>
          <p:cNvSpPr txBox="1"/>
          <p:nvPr/>
        </p:nvSpPr>
        <p:spPr>
          <a:xfrm>
            <a:off x="7029993" y="2410227"/>
            <a:ext cx="3568336" cy="369332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Random Variable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FA786F2-DF2A-3862-061D-D2D89F1E518F}"/>
              </a:ext>
            </a:extLst>
          </p:cNvPr>
          <p:cNvSpPr txBox="1"/>
          <p:nvPr/>
        </p:nvSpPr>
        <p:spPr>
          <a:xfrm>
            <a:off x="7029993" y="2779559"/>
            <a:ext cx="3568336" cy="1298882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The number on the top face</a:t>
            </a:r>
          </a:p>
          <a:p>
            <a:pPr>
              <a:lnSpc>
                <a:spcPct val="150000"/>
              </a:lnSpc>
            </a:pPr>
            <a:r>
              <a:rPr lang="en-US" dirty="0"/>
              <a:t>The number of tails</a:t>
            </a:r>
          </a:p>
          <a:p>
            <a:pPr>
              <a:lnSpc>
                <a:spcPct val="150000"/>
              </a:lnSpc>
            </a:pPr>
            <a:r>
              <a:rPr lang="en-US" dirty="0"/>
              <a:t>Values of the state variables </a:t>
            </a:r>
          </a:p>
        </p:txBody>
      </p:sp>
      <p:sp>
        <p:nvSpPr>
          <p:cNvPr id="10" name="Arrow: Left-Right 9">
            <a:extLst>
              <a:ext uri="{FF2B5EF4-FFF2-40B4-BE49-F238E27FC236}">
                <a16:creationId xmlns:a16="http://schemas.microsoft.com/office/drawing/2014/main" id="{1923822F-6D5F-855D-6405-B67642174CBA}"/>
              </a:ext>
            </a:extLst>
          </p:cNvPr>
          <p:cNvSpPr/>
          <p:nvPr/>
        </p:nvSpPr>
        <p:spPr>
          <a:xfrm>
            <a:off x="5224053" y="3057303"/>
            <a:ext cx="1532708" cy="478971"/>
          </a:xfrm>
          <a:prstGeom prst="leftRightArrow">
            <a:avLst/>
          </a:prstGeom>
          <a:gradFill flip="none" rotWithShape="1">
            <a:gsLst>
              <a:gs pos="0">
                <a:schemeClr val="accent2"/>
              </a:gs>
              <a:gs pos="100000">
                <a:srgbClr val="C00000"/>
              </a:gs>
            </a:gsLst>
            <a:lin ang="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8AFF431D-3AF5-E98C-67D5-9B19FED19CF4}"/>
              </a:ext>
            </a:extLst>
          </p:cNvPr>
          <p:cNvSpPr txBox="1">
            <a:spLocks/>
          </p:cNvSpPr>
          <p:nvPr/>
        </p:nvSpPr>
        <p:spPr>
          <a:xfrm>
            <a:off x="838200" y="235017"/>
            <a:ext cx="10515600" cy="1043545"/>
          </a:xfrm>
          <a:prstGeom prst="rect">
            <a:avLst/>
          </a:prstGeom>
          <a:ln w="38100">
            <a:solidFill>
              <a:srgbClr val="C00000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latin typeface="Mongolian Baiti" panose="03000500000000000000" pitchFamily="66" charset="0"/>
                <a:cs typeface="Mongolian Baiti" panose="03000500000000000000" pitchFamily="66" charset="0"/>
              </a:rPr>
              <a:t>Random Variables</a:t>
            </a:r>
          </a:p>
        </p:txBody>
      </p:sp>
    </p:spTree>
    <p:extLst>
      <p:ext uri="{BB962C8B-B14F-4D97-AF65-F5344CB8AC3E}">
        <p14:creationId xmlns:p14="http://schemas.microsoft.com/office/powerpoint/2010/main" val="27367367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8BBDF3-34C4-A0BD-A479-5A51401A7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3F8F4D9-B140-ECAF-909D-ED09D686AA5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49978"/>
                <a:ext cx="10515600" cy="5408022"/>
              </a:xfrm>
            </p:spPr>
            <p:txBody>
              <a:bodyPr>
                <a:normAutofit/>
              </a:bodyPr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the ocean, an outcome would be an individual possible configuration at some time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t</m:t>
                    </m:r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X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could be, for example, the vertical velocity at some location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𝐱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at time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t</m:t>
                    </m:r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can, of course, extract multiple random variables from the same configuration. These could be horizontal velocities at the same location, vertical velocities at different locations, etc.</a:t>
                </a:r>
              </a:p>
              <a:p>
                <a:pPr marL="457200" lvl="1" indent="0">
                  <a:buNone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3F8F4D9-B140-ECAF-909D-ED09D686AA5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49978"/>
                <a:ext cx="10515600" cy="5408022"/>
              </a:xfrm>
              <a:blipFill>
                <a:blip r:embed="rId2"/>
                <a:stretch>
                  <a:fillRect l="-1043" t="-20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itle 1">
            <a:extLst>
              <a:ext uri="{FF2B5EF4-FFF2-40B4-BE49-F238E27FC236}">
                <a16:creationId xmlns:a16="http://schemas.microsoft.com/office/drawing/2014/main" id="{39D42AE3-548E-B73C-45B5-DCBD5BA79DC6}"/>
              </a:ext>
            </a:extLst>
          </p:cNvPr>
          <p:cNvSpPr txBox="1">
            <a:spLocks/>
          </p:cNvSpPr>
          <p:nvPr/>
        </p:nvSpPr>
        <p:spPr>
          <a:xfrm>
            <a:off x="838200" y="235017"/>
            <a:ext cx="10515600" cy="1043545"/>
          </a:xfrm>
          <a:prstGeom prst="rect">
            <a:avLst/>
          </a:prstGeom>
          <a:ln w="38100">
            <a:solidFill>
              <a:srgbClr val="C00000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latin typeface="Mongolian Baiti" panose="03000500000000000000" pitchFamily="66" charset="0"/>
                <a:cs typeface="Mongolian Baiti" panose="03000500000000000000" pitchFamily="66" charset="0"/>
              </a:rPr>
              <a:t>Random Variables</a:t>
            </a:r>
          </a:p>
        </p:txBody>
      </p:sp>
    </p:spTree>
    <p:extLst>
      <p:ext uri="{BB962C8B-B14F-4D97-AF65-F5344CB8AC3E}">
        <p14:creationId xmlns:p14="http://schemas.microsoft.com/office/powerpoint/2010/main" val="32389805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EDE933-4DE5-119B-3D3C-2C7CE09E3A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09FCA81-A50A-C478-91DA-94D5302D944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67600"/>
                <a:ext cx="10515600" cy="5408022"/>
              </a:xfrm>
            </p:spPr>
            <p:txBody>
              <a:bodyPr>
                <a:normAutofit fontScale="92500"/>
              </a:bodyPr>
              <a:lstStyle/>
              <a:p>
                <a:pPr>
                  <a:lnSpc>
                    <a:spcPct val="110000"/>
                  </a:lnSpc>
                  <a:spcAft>
                    <a:spcPts val="600"/>
                  </a:spcAft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Previously we assigned probabilities to outcomes and events. To determine the likelihood of a certain value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we use a 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probability distribution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X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10000"/>
                  </a:lnSpc>
                  <a:spcAft>
                    <a:spcPts val="600"/>
                  </a:spcAft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There are two kinds of probability distribution functions we will encounter:</a:t>
                </a:r>
              </a:p>
              <a:p>
                <a:pPr>
                  <a:lnSpc>
                    <a:spcPct val="110000"/>
                  </a:lnSpc>
                  <a:spcAft>
                    <a:spcPts val="600"/>
                  </a:spcAft>
                </a:pP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Probability mass functions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assign probabilities to specific values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of a 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discrete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random variable X</a:t>
                </a:r>
              </a:p>
              <a:p>
                <a:pPr lvl="1">
                  <a:lnSpc>
                    <a:spcPct val="110000"/>
                  </a:lnSpc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P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Rolling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a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6) =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p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X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(6)</m:t>
                    </m:r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10000"/>
                  </a:lnSpc>
                  <a:spcAft>
                    <a:spcPts val="600"/>
                  </a:spcAft>
                </a:pP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Probability density functions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assign a probability density to values within an infinitesimal neighborhood of x for a 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continuous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random variable X</a:t>
                </a:r>
                <a:endPara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10000"/>
                  </a:lnSpc>
                  <a:spcAft>
                    <a:spcPts val="600"/>
                  </a:spcAft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lvl="1" indent="0">
                  <a:lnSpc>
                    <a:spcPct val="110000"/>
                  </a:lnSpc>
                  <a:spcAft>
                    <a:spcPts val="600"/>
                  </a:spcAft>
                  <a:buNone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10000"/>
                  </a:lnSpc>
                  <a:spcAft>
                    <a:spcPts val="600"/>
                  </a:spcAft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10000"/>
                  </a:lnSpc>
                  <a:spcAft>
                    <a:spcPts val="600"/>
                  </a:spcAft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10000"/>
                  </a:lnSpc>
                  <a:spcAft>
                    <a:spcPts val="600"/>
                  </a:spcAft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10000"/>
                  </a:lnSpc>
                  <a:spcAft>
                    <a:spcPts val="600"/>
                  </a:spcAft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10000"/>
                  </a:lnSpc>
                  <a:spcAft>
                    <a:spcPts val="600"/>
                  </a:spcAft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10000"/>
                  </a:lnSpc>
                  <a:spcAft>
                    <a:spcPts val="600"/>
                  </a:spcAft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10000"/>
                  </a:lnSpc>
                  <a:spcAft>
                    <a:spcPts val="600"/>
                  </a:spcAft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10000"/>
                  </a:lnSpc>
                  <a:spcAft>
                    <a:spcPts val="600"/>
                  </a:spcAft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09FCA81-A50A-C478-91DA-94D5302D94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67600"/>
                <a:ext cx="10515600" cy="5408022"/>
              </a:xfrm>
              <a:blipFill>
                <a:blip r:embed="rId2"/>
                <a:stretch>
                  <a:fillRect l="-928" t="-789" r="-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itle 1">
            <a:extLst>
              <a:ext uri="{FF2B5EF4-FFF2-40B4-BE49-F238E27FC236}">
                <a16:creationId xmlns:a16="http://schemas.microsoft.com/office/drawing/2014/main" id="{C854855D-D70C-A63D-F2A9-93CF4D6F8CD7}"/>
              </a:ext>
            </a:extLst>
          </p:cNvPr>
          <p:cNvSpPr txBox="1">
            <a:spLocks/>
          </p:cNvSpPr>
          <p:nvPr/>
        </p:nvSpPr>
        <p:spPr>
          <a:xfrm>
            <a:off x="838200" y="235017"/>
            <a:ext cx="10515600" cy="1043545"/>
          </a:xfrm>
          <a:prstGeom prst="rect">
            <a:avLst/>
          </a:prstGeom>
          <a:ln w="38100">
            <a:solidFill>
              <a:schemeClr val="accent2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latin typeface="Mongolian Baiti" panose="03000500000000000000" pitchFamily="66" charset="0"/>
                <a:cs typeface="Mongolian Baiti" panose="03000500000000000000" pitchFamily="66" charset="0"/>
              </a:rPr>
              <a:t>Probability Distributions</a:t>
            </a:r>
          </a:p>
        </p:txBody>
      </p:sp>
    </p:spTree>
    <p:extLst>
      <p:ext uri="{BB962C8B-B14F-4D97-AF65-F5344CB8AC3E}">
        <p14:creationId xmlns:p14="http://schemas.microsoft.com/office/powerpoint/2010/main" val="22604087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068AAA-B7F8-BF43-59CB-0178530C0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976D3-63E7-AA9E-1C88-5CFA25DF34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7600"/>
            <a:ext cx="10515600" cy="5408022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the probability distribution, there are all sorts of powerful statistical techniques we can exploit</a:t>
            </a:r>
          </a:p>
          <a:p>
            <a:pPr lvl="1">
              <a:lnSpc>
                <a:spcPct val="11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Moments</a:t>
            </a:r>
          </a:p>
          <a:p>
            <a:pPr lvl="1">
              <a:lnSpc>
                <a:spcPct val="11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Cumulants</a:t>
            </a:r>
          </a:p>
          <a:p>
            <a:pPr lvl="1">
              <a:lnSpc>
                <a:spcPct val="11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Correlations</a:t>
            </a:r>
          </a:p>
          <a:p>
            <a:pPr lvl="1">
              <a:lnSpc>
                <a:spcPct val="11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Confidence intervals</a:t>
            </a:r>
          </a:p>
          <a:p>
            <a:pPr lvl="1">
              <a:lnSpc>
                <a:spcPct val="11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obtain the probability distribution, there are two main sources we will use</a:t>
            </a:r>
          </a:p>
          <a:p>
            <a:pPr lvl="1">
              <a:lnSpc>
                <a:spcPct val="11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Empirical probabilities</a:t>
            </a:r>
          </a:p>
          <a:p>
            <a:pPr lvl="1">
              <a:lnSpc>
                <a:spcPct val="11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Theoretical probabilities</a:t>
            </a:r>
          </a:p>
          <a:p>
            <a:pPr>
              <a:lnSpc>
                <a:spcPct val="110000"/>
              </a:lnSpc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lnSpc>
                <a:spcPct val="110000"/>
              </a:lnSpc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1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1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1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1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45FB9BCD-077C-9CD8-0A06-3B95D5248F3C}"/>
              </a:ext>
            </a:extLst>
          </p:cNvPr>
          <p:cNvSpPr txBox="1">
            <a:spLocks/>
          </p:cNvSpPr>
          <p:nvPr/>
        </p:nvSpPr>
        <p:spPr>
          <a:xfrm>
            <a:off x="838200" y="235017"/>
            <a:ext cx="10515600" cy="1043545"/>
          </a:xfrm>
          <a:prstGeom prst="rect">
            <a:avLst/>
          </a:prstGeom>
          <a:ln w="38100">
            <a:solidFill>
              <a:srgbClr val="0070C0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latin typeface="Mongolian Baiti" panose="03000500000000000000" pitchFamily="66" charset="0"/>
                <a:cs typeface="Mongolian Baiti" panose="03000500000000000000" pitchFamily="66" charset="0"/>
              </a:rPr>
              <a:t>Empirical and Theoretical Probabilities</a:t>
            </a:r>
          </a:p>
        </p:txBody>
      </p:sp>
    </p:spTree>
    <p:extLst>
      <p:ext uri="{BB962C8B-B14F-4D97-AF65-F5344CB8AC3E}">
        <p14:creationId xmlns:p14="http://schemas.microsoft.com/office/powerpoint/2010/main" val="34595504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4B52A8-943D-CA76-ED6F-03F53E584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E291BB7-2A07-F765-6BAB-55706495FD8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80303" y="1449978"/>
                <a:ext cx="4751173" cy="5255622"/>
              </a:xfrm>
              <a:ln w="19050">
                <a:solidFill>
                  <a:srgbClr val="0070C0"/>
                </a:solidFill>
              </a:ln>
            </p:spPr>
            <p:txBody>
              <a:bodyPr>
                <a:normAutofit/>
              </a:bodyPr>
              <a:lstStyle/>
              <a:p>
                <a:pPr marL="0" indent="0" algn="ctr">
                  <a:lnSpc>
                    <a:spcPct val="110000"/>
                  </a:lnSpc>
                  <a:buNone/>
                </a:pPr>
                <a:r>
                  <a:rPr lang="en-US" sz="3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Empirical Probabilities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probability distribution is estimated from observations. The frequency of each value of X estimates its probability.              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3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How did the system behave?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sz="23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Example: We roll a 6-sided die many times and count how often each number occurred. Given enough trials, we estimate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3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3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p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3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X</m:t>
                        </m:r>
                      </m:sub>
                    </m:sSub>
                    <m:r>
                      <a:rPr lang="en-US" sz="23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1/6</a:t>
                </a: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lvl="1" indent="0" algn="ctr">
                  <a:lnSpc>
                    <a:spcPct val="110000"/>
                  </a:lnSpc>
                  <a:buNone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 algn="ctr">
                  <a:lnSpc>
                    <a:spcPct val="110000"/>
                  </a:lnSpc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 algn="ctr">
                  <a:lnSpc>
                    <a:spcPct val="110000"/>
                  </a:lnSpc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 algn="ctr">
                  <a:lnSpc>
                    <a:spcPct val="110000"/>
                  </a:lnSpc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>
                  <a:lnSpc>
                    <a:spcPct val="110000"/>
                  </a:lnSpc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>
                  <a:lnSpc>
                    <a:spcPct val="110000"/>
                  </a:lnSpc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>
                  <a:lnSpc>
                    <a:spcPct val="110000"/>
                  </a:lnSpc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 algn="ctr">
                  <a:lnSpc>
                    <a:spcPct val="110000"/>
                  </a:lnSpc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>
                  <a:lnSpc>
                    <a:spcPct val="110000"/>
                  </a:lnSpc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E291BB7-2A07-F765-6BAB-55706495FD8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80303" y="1449978"/>
                <a:ext cx="4751173" cy="5255622"/>
              </a:xfrm>
              <a:blipFill>
                <a:blip r:embed="rId2"/>
                <a:stretch>
                  <a:fillRect l="-1790" t="-1272" r="-2941"/>
                </a:stretch>
              </a:blipFill>
              <a:ln w="1905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itle 1">
            <a:extLst>
              <a:ext uri="{FF2B5EF4-FFF2-40B4-BE49-F238E27FC236}">
                <a16:creationId xmlns:a16="http://schemas.microsoft.com/office/drawing/2014/main" id="{641B3426-2E54-8D8B-820C-FFB88470DE37}"/>
              </a:ext>
            </a:extLst>
          </p:cNvPr>
          <p:cNvSpPr txBox="1">
            <a:spLocks/>
          </p:cNvSpPr>
          <p:nvPr/>
        </p:nvSpPr>
        <p:spPr>
          <a:xfrm>
            <a:off x="838200" y="235017"/>
            <a:ext cx="10515600" cy="1043545"/>
          </a:xfrm>
          <a:prstGeom prst="rect">
            <a:avLst/>
          </a:prstGeom>
          <a:ln w="38100">
            <a:solidFill>
              <a:srgbClr val="0070C0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latin typeface="Mongolian Baiti" panose="03000500000000000000" pitchFamily="66" charset="0"/>
                <a:cs typeface="Mongolian Baiti" panose="03000500000000000000" pitchFamily="66" charset="0"/>
              </a:rPr>
              <a:t>Empirical and Theoretical Probabilities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2">
                <a:extLst>
                  <a:ext uri="{FF2B5EF4-FFF2-40B4-BE49-F238E27FC236}">
                    <a16:creationId xmlns:a16="http://schemas.microsoft.com/office/drawing/2014/main" id="{2B2A7233-A08A-DD1B-44F9-818EFED8B71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0523" y="1449978"/>
                <a:ext cx="4751173" cy="5255622"/>
              </a:xfrm>
              <a:prstGeom prst="rect">
                <a:avLst/>
              </a:prstGeom>
              <a:ln w="19050">
                <a:solidFill>
                  <a:srgbClr val="0070C0"/>
                </a:solidFill>
              </a:ln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ct val="110000"/>
                  </a:lnSpc>
                  <a:buFont typeface="Arial" panose="020B0604020202020204" pitchFamily="34" charset="0"/>
                  <a:buNone/>
                </a:pPr>
                <a:r>
                  <a:rPr lang="en-US" sz="3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Theoretical Probabilities</a:t>
                </a:r>
              </a:p>
              <a:p>
                <a:pPr marL="0" indent="0">
                  <a:lnSpc>
                    <a:spcPct val="100000"/>
                  </a:lnSpc>
                  <a:buFont typeface="Arial" panose="020B0604020202020204" pitchFamily="34" charset="0"/>
                  <a:buNone/>
                </a:pPr>
                <a:r>
                  <a:rPr lang="en-US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probability distribution is derived from a theoretical model, symmetries, or other assumptions. </a:t>
                </a:r>
              </a:p>
              <a:p>
                <a:pPr marL="0" indent="0">
                  <a:lnSpc>
                    <a:spcPct val="100000"/>
                  </a:lnSpc>
                  <a:buFont typeface="Arial" panose="020B0604020202020204" pitchFamily="34" charset="0"/>
                  <a:buNone/>
                </a:pPr>
                <a:r>
                  <a:rPr lang="en-US" sz="23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How do we think the system should theoretically behave?</a:t>
                </a:r>
              </a:p>
              <a:p>
                <a:pPr marL="0" indent="0">
                  <a:lnSpc>
                    <a:spcPct val="100000"/>
                  </a:lnSpc>
                  <a:buFont typeface="Arial" panose="020B0604020202020204" pitchFamily="34" charset="0"/>
                  <a:buNone/>
                </a:pPr>
                <a:endParaRPr lang="en-US" sz="23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Font typeface="Arial" panose="020B0604020202020204" pitchFamily="34" charset="0"/>
                  <a:buNone/>
                </a:pPr>
                <a:r>
                  <a:rPr lang="en-US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Example: The die has six sides, and assuming uniform density and unbiased rolls, no side should be favored. With six possible values and no preferential number,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3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3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p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3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x</m:t>
                        </m:r>
                      </m:sub>
                    </m:sSub>
                    <m:r>
                      <a:rPr lang="en-US" sz="23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1/6</a:t>
                </a: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lvl="1" indent="0" algn="ctr">
                  <a:lnSpc>
                    <a:spcPct val="110000"/>
                  </a:lnSpc>
                  <a:buFont typeface="Arial" panose="020B0604020202020204" pitchFamily="34" charset="0"/>
                  <a:buNone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 algn="ctr">
                  <a:lnSpc>
                    <a:spcPct val="110000"/>
                  </a:lnSpc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 algn="ctr">
                  <a:lnSpc>
                    <a:spcPct val="110000"/>
                  </a:lnSpc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 algn="ctr">
                  <a:lnSpc>
                    <a:spcPct val="110000"/>
                  </a:lnSpc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>
                  <a:lnSpc>
                    <a:spcPct val="110000"/>
                  </a:lnSpc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>
                  <a:lnSpc>
                    <a:spcPct val="110000"/>
                  </a:lnSpc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>
                  <a:lnSpc>
                    <a:spcPct val="110000"/>
                  </a:lnSpc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 algn="ctr">
                  <a:lnSpc>
                    <a:spcPct val="110000"/>
                  </a:lnSpc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>
                  <a:lnSpc>
                    <a:spcPct val="110000"/>
                  </a:lnSpc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Content Placeholder 2">
                <a:extLst>
                  <a:ext uri="{FF2B5EF4-FFF2-40B4-BE49-F238E27FC236}">
                    <a16:creationId xmlns:a16="http://schemas.microsoft.com/office/drawing/2014/main" id="{2B2A7233-A08A-DD1B-44F9-818EFED8B7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0523" y="1449978"/>
                <a:ext cx="4751173" cy="5255622"/>
              </a:xfrm>
              <a:prstGeom prst="rect">
                <a:avLst/>
              </a:prstGeom>
              <a:blipFill>
                <a:blip r:embed="rId3"/>
                <a:stretch>
                  <a:fillRect l="-1790" t="-1272" r="-512"/>
                </a:stretch>
              </a:blipFill>
              <a:ln w="1905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115745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7286A5-0AA6-603C-592F-A4B3EE580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7B85325-B11E-C51B-5506-2EBB8744827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49978"/>
                <a:ext cx="10515600" cy="5255622"/>
              </a:xfrm>
              <a:ln w="19050">
                <a:noFill/>
              </a:ln>
            </p:spPr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  <a:spcAft>
                    <a:spcPts val="600"/>
                  </a:spcAft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Theoretical probabilities are a shortcut to determining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p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X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They also give us a model to compare against. But they aren’t always known!</a:t>
                </a:r>
              </a:p>
              <a:p>
                <a:pPr>
                  <a:lnSpc>
                    <a:spcPct val="110000"/>
                  </a:lnSpc>
                  <a:spcAft>
                    <a:spcPts val="600"/>
                  </a:spcAft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Empirical probabilities can always be formed, but they are subject to biases from measurement, noise, and other processes. If possible, they should be compared to theoretical probabilities. </a:t>
                </a:r>
              </a:p>
              <a:p>
                <a:pPr>
                  <a:lnSpc>
                    <a:spcPct val="110000"/>
                  </a:lnSpc>
                </a:pPr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Theoretical probability tips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lvl="1">
                  <a:lnSpc>
                    <a:spcPct val="110000"/>
                  </a:lnSpc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Certain quantities that we measure are sums of many random variables, and can be expected to obey a normal distribution through the </a:t>
                </a:r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central limit theorem</a:t>
                </a:r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2">
                  <a:lnSpc>
                    <a:spcPct val="110000"/>
                  </a:lnSpc>
                </a:pPr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Example: Surface elevation is the sum of many random wave amplitudes</a:t>
                </a:r>
              </a:p>
              <a:p>
                <a:pPr lvl="1">
                  <a:lnSpc>
                    <a:spcPct val="110000"/>
                  </a:lnSpc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we know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p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X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for X, and X is related to Y, we can often directly determine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Y</m:t>
                        </m:r>
                      </m:sub>
                    </m:sSub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2">
                  <a:lnSpc>
                    <a:spcPct val="110000"/>
                  </a:lnSpc>
                </a:pPr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Example: If U, V, and W are independent velocity components that obey the CLT, then the speed has a chi distribution </a:t>
                </a:r>
              </a:p>
              <a:p>
                <a:pPr>
                  <a:lnSpc>
                    <a:spcPct val="110000"/>
                  </a:lnSpc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>
                  <a:lnSpc>
                    <a:spcPct val="110000"/>
                  </a:lnSpc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lvl="1" indent="0" algn="ctr">
                  <a:lnSpc>
                    <a:spcPct val="110000"/>
                  </a:lnSpc>
                  <a:buNone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 algn="ctr">
                  <a:lnSpc>
                    <a:spcPct val="110000"/>
                  </a:lnSpc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 algn="ctr">
                  <a:lnSpc>
                    <a:spcPct val="110000"/>
                  </a:lnSpc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 algn="ctr">
                  <a:lnSpc>
                    <a:spcPct val="110000"/>
                  </a:lnSpc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>
                  <a:lnSpc>
                    <a:spcPct val="110000"/>
                  </a:lnSpc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>
                  <a:lnSpc>
                    <a:spcPct val="110000"/>
                  </a:lnSpc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>
                  <a:lnSpc>
                    <a:spcPct val="110000"/>
                  </a:lnSpc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 algn="ctr">
                  <a:lnSpc>
                    <a:spcPct val="110000"/>
                  </a:lnSpc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>
                  <a:lnSpc>
                    <a:spcPct val="110000"/>
                  </a:lnSpc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7B85325-B11E-C51B-5506-2EBB874482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49978"/>
                <a:ext cx="10515600" cy="5255622"/>
              </a:xfrm>
              <a:blipFill>
                <a:blip r:embed="rId2"/>
                <a:stretch>
                  <a:fillRect l="-812" t="-928" r="-928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itle 1">
            <a:extLst>
              <a:ext uri="{FF2B5EF4-FFF2-40B4-BE49-F238E27FC236}">
                <a16:creationId xmlns:a16="http://schemas.microsoft.com/office/drawing/2014/main" id="{5189D256-1E13-6958-4E2A-3C12D25A5324}"/>
              </a:ext>
            </a:extLst>
          </p:cNvPr>
          <p:cNvSpPr txBox="1">
            <a:spLocks/>
          </p:cNvSpPr>
          <p:nvPr/>
        </p:nvSpPr>
        <p:spPr>
          <a:xfrm>
            <a:off x="838200" y="235017"/>
            <a:ext cx="10515600" cy="1043545"/>
          </a:xfrm>
          <a:prstGeom prst="rect">
            <a:avLst/>
          </a:prstGeom>
          <a:ln w="38100">
            <a:solidFill>
              <a:srgbClr val="0070C0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latin typeface="Mongolian Baiti" panose="03000500000000000000" pitchFamily="66" charset="0"/>
                <a:cs typeface="Mongolian Baiti" panose="03000500000000000000" pitchFamily="66" charset="0"/>
              </a:rPr>
              <a:t>Empirical and Theoretical Probabilities</a:t>
            </a:r>
          </a:p>
        </p:txBody>
      </p:sp>
    </p:spTree>
    <p:extLst>
      <p:ext uri="{BB962C8B-B14F-4D97-AF65-F5344CB8AC3E}">
        <p14:creationId xmlns:p14="http://schemas.microsoft.com/office/powerpoint/2010/main" val="3578365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3239</TotalTime>
  <Words>1726</Words>
  <Application>Microsoft Office PowerPoint</Application>
  <PresentationFormat>Widescreen</PresentationFormat>
  <Paragraphs>269</Paragraphs>
  <Slides>24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2" baseType="lpstr">
      <vt:lpstr>Aptos</vt:lpstr>
      <vt:lpstr>Aptos Display</vt:lpstr>
      <vt:lpstr>Arial</vt:lpstr>
      <vt:lpstr>Cambria Math</vt:lpstr>
      <vt:lpstr>Gill Sans Nova</vt:lpstr>
      <vt:lpstr>Mongolian Baiti</vt:lpstr>
      <vt:lpstr>Times New Roman</vt:lpstr>
      <vt:lpstr>Office Theme</vt:lpstr>
      <vt:lpstr>Intro To Statistics</vt:lpstr>
      <vt:lpstr>Topics</vt:lpstr>
      <vt:lpstr>Why do we need statistics in oceanography?</vt:lpstr>
      <vt:lpstr>How much information do we need?</vt:lpstr>
      <vt:lpstr>How accurate is the information we obtain?</vt:lpstr>
      <vt:lpstr>An Analogy: Plinko</vt:lpstr>
      <vt:lpstr>An Analogy: Plinko</vt:lpstr>
      <vt:lpstr>An Analogy: Plinko</vt:lpstr>
      <vt:lpstr>Why do we need statistics in oceanography?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Zack Taebel</dc:creator>
  <cp:lastModifiedBy>Zack Taebel</cp:lastModifiedBy>
  <cp:revision>1</cp:revision>
  <dcterms:created xsi:type="dcterms:W3CDTF">2026-09-07T20:00:18Z</dcterms:created>
  <dcterms:modified xsi:type="dcterms:W3CDTF">2026-09-14T21:45:01Z</dcterms:modified>
</cp:coreProperties>
</file>